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1430000" cy="8801100"/>
  <p:notesSz cx="6858000" cy="9144000"/>
  <p:embeddedFontLst>
    <p:embeddedFont>
      <p:font typeface="Lato" panose="020F0502020204030204" pitchFamily="34" charset="0"/>
      <p:regular r:id="rId15"/>
    </p:embeddedFont>
    <p:embeddedFont>
      <p:font typeface="Lato Bold" panose="020B0604020202020204" charset="0"/>
      <p:regular r:id="rId16"/>
    </p:embeddedFont>
    <p:embeddedFont>
      <p:font typeface="Open Sans 1" panose="020B0604020202020204" charset="0"/>
      <p:regular r:id="rId17"/>
    </p:embeddedFont>
    <p:embeddedFont>
      <p:font typeface="Open Sans 2" panose="020B0604020202020204" charset="0"/>
      <p:regular r:id="rId18"/>
    </p:embeddedFont>
    <p:embeddedFont>
      <p:font typeface="Open Sans 2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142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74600748_Comparative_Analysis_Study_for_Air_Quality_Prediction_in_Smart_Cities_Using_Regression_Techniques" TargetMode="External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3750" y="1180948"/>
            <a:ext cx="4286250" cy="6438900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1" r="-7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36572" y="5298919"/>
            <a:ext cx="6070597" cy="812797"/>
            <a:chOff x="0" y="0"/>
            <a:chExt cx="6070600" cy="8128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5943727" cy="685927"/>
            </a:xfrm>
            <a:custGeom>
              <a:avLst/>
              <a:gdLst/>
              <a:ahLst/>
              <a:cxnLst/>
              <a:rect l="l" t="t" r="r" b="b"/>
              <a:pathLst>
                <a:path w="5943727" h="685927">
                  <a:moveTo>
                    <a:pt x="0" y="6643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664337"/>
                  </a:lnTo>
                  <a:cubicBezTo>
                    <a:pt x="5943727" y="667131"/>
                    <a:pt x="5943219" y="669925"/>
                    <a:pt x="5942076" y="672592"/>
                  </a:cubicBezTo>
                  <a:cubicBezTo>
                    <a:pt x="5940933" y="675259"/>
                    <a:pt x="5939409" y="677545"/>
                    <a:pt x="5937377" y="679577"/>
                  </a:cubicBezTo>
                  <a:cubicBezTo>
                    <a:pt x="5935345" y="681609"/>
                    <a:pt x="5933059" y="683133"/>
                    <a:pt x="5930392" y="684276"/>
                  </a:cubicBezTo>
                  <a:cubicBezTo>
                    <a:pt x="5927725" y="685419"/>
                    <a:pt x="5925058" y="685927"/>
                    <a:pt x="5922137" y="685927"/>
                  </a:cubicBezTo>
                  <a:lnTo>
                    <a:pt x="21463" y="685927"/>
                  </a:lnTo>
                  <a:cubicBezTo>
                    <a:pt x="18669" y="685927"/>
                    <a:pt x="15875" y="685419"/>
                    <a:pt x="13208" y="684276"/>
                  </a:cubicBezTo>
                  <a:cubicBezTo>
                    <a:pt x="10541" y="683133"/>
                    <a:pt x="8255" y="681609"/>
                    <a:pt x="6223" y="679577"/>
                  </a:cubicBezTo>
                  <a:cubicBezTo>
                    <a:pt x="4191" y="677545"/>
                    <a:pt x="2667" y="675259"/>
                    <a:pt x="1524" y="672592"/>
                  </a:cubicBezTo>
                  <a:cubicBezTo>
                    <a:pt x="381" y="669925"/>
                    <a:pt x="0" y="667258"/>
                    <a:pt x="0" y="664337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67081" y="31229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515148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600075" y="2258435"/>
            <a:ext cx="5549656" cy="212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375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Air Quality Index Prediction Using Ridge and Lasso Regression</a:t>
            </a:r>
          </a:p>
          <a:p>
            <a:pPr algn="l">
              <a:lnSpc>
                <a:spcPts val="171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 Learning | Sec-8 | Team-06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75" y="4587554"/>
            <a:ext cx="3097921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Penneti Bindhu Madhavi – 2520030077 Mandapati Keerthi Sri – 2520030079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7288" y="5568972"/>
            <a:ext cx="347627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Guided by Shaik Asif, Assistant Professor, CSE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6235722"/>
            <a:ext cx="4895250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Department of Computer Science &amp; Engineering — A.Y.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3750" y="1180948"/>
            <a:ext cx="4286250" cy="6438900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00075" y="3012586"/>
            <a:ext cx="5706999" cy="18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Problem Statement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Increasing air pollution adversely affects human health and ecosystems. Accurate short-term AQI prediction from pollutant and environmental parameters supports early awareness, targeted advisories, and data-driven mitigation decisions.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75" y="5083197"/>
            <a:ext cx="5653526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Goal: Build a robust regression pipeline that predicts AQI using measured pollutants and meteorological features to inform monitoring and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3438373"/>
            <a:ext cx="3295650" cy="1266825"/>
            <a:chOff x="0" y="0"/>
            <a:chExt cx="3295650" cy="12668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5777" cy="1266952"/>
            </a:xfrm>
            <a:custGeom>
              <a:avLst/>
              <a:gdLst/>
              <a:ahLst/>
              <a:cxnLst/>
              <a:rect l="l" t="t" r="r" b="b"/>
              <a:pathLst>
                <a:path w="3295777" h="1266952">
                  <a:moveTo>
                    <a:pt x="0" y="12453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45362"/>
                  </a:lnTo>
                  <a:cubicBezTo>
                    <a:pt x="3295777" y="1248156"/>
                    <a:pt x="3295269" y="1250950"/>
                    <a:pt x="3294126" y="1253617"/>
                  </a:cubicBezTo>
                  <a:cubicBezTo>
                    <a:pt x="3292983" y="1256284"/>
                    <a:pt x="3291459" y="1258570"/>
                    <a:pt x="3289427" y="1260602"/>
                  </a:cubicBezTo>
                  <a:cubicBezTo>
                    <a:pt x="3287395" y="1262634"/>
                    <a:pt x="3285109" y="1264158"/>
                    <a:pt x="3282442" y="1265301"/>
                  </a:cubicBezTo>
                  <a:cubicBezTo>
                    <a:pt x="3279775" y="1266444"/>
                    <a:pt x="3277108" y="1266952"/>
                    <a:pt x="3274187" y="1266952"/>
                  </a:cubicBezTo>
                  <a:lnTo>
                    <a:pt x="21463" y="1266952"/>
                  </a:lnTo>
                  <a:cubicBezTo>
                    <a:pt x="18669" y="1266952"/>
                    <a:pt x="15875" y="1266444"/>
                    <a:pt x="13208" y="1265301"/>
                  </a:cubicBezTo>
                  <a:cubicBezTo>
                    <a:pt x="10541" y="1264158"/>
                    <a:pt x="8255" y="1262634"/>
                    <a:pt x="6223" y="1260602"/>
                  </a:cubicBezTo>
                  <a:cubicBezTo>
                    <a:pt x="4191" y="1258570"/>
                    <a:pt x="2667" y="1256284"/>
                    <a:pt x="1524" y="1253617"/>
                  </a:cubicBezTo>
                  <a:cubicBezTo>
                    <a:pt x="381" y="1250950"/>
                    <a:pt x="0" y="1248283"/>
                    <a:pt x="0" y="1245362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00075" y="4876648"/>
            <a:ext cx="3295650" cy="1257300"/>
            <a:chOff x="0" y="0"/>
            <a:chExt cx="3295650" cy="1257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5777" cy="1257427"/>
            </a:xfrm>
            <a:custGeom>
              <a:avLst/>
              <a:gdLst/>
              <a:ahLst/>
              <a:cxnLst/>
              <a:rect l="l" t="t" r="r" b="b"/>
              <a:pathLst>
                <a:path w="3295777" h="12574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35837"/>
                  </a:lnTo>
                  <a:cubicBezTo>
                    <a:pt x="3295777" y="1238631"/>
                    <a:pt x="3295269" y="1241425"/>
                    <a:pt x="3294126" y="1244092"/>
                  </a:cubicBezTo>
                  <a:cubicBezTo>
                    <a:pt x="3292983" y="1246759"/>
                    <a:pt x="3291459" y="1249045"/>
                    <a:pt x="3289427" y="1251077"/>
                  </a:cubicBezTo>
                  <a:cubicBezTo>
                    <a:pt x="3287395" y="1253109"/>
                    <a:pt x="3285109" y="1254633"/>
                    <a:pt x="3282442" y="1255776"/>
                  </a:cubicBezTo>
                  <a:cubicBezTo>
                    <a:pt x="3279775" y="1256919"/>
                    <a:pt x="3277108" y="1257427"/>
                    <a:pt x="3274187" y="1257427"/>
                  </a:cubicBezTo>
                  <a:lnTo>
                    <a:pt x="21463" y="1257427"/>
                  </a:lnTo>
                  <a:cubicBezTo>
                    <a:pt x="18669" y="1257427"/>
                    <a:pt x="15875" y="1256919"/>
                    <a:pt x="13208" y="1255776"/>
                  </a:cubicBezTo>
                  <a:cubicBezTo>
                    <a:pt x="10541" y="1254633"/>
                    <a:pt x="8255" y="1253109"/>
                    <a:pt x="6223" y="1251077"/>
                  </a:cubicBezTo>
                  <a:cubicBezTo>
                    <a:pt x="4191" y="1249045"/>
                    <a:pt x="2667" y="1246759"/>
                    <a:pt x="1524" y="1244092"/>
                  </a:cubicBezTo>
                  <a:cubicBezTo>
                    <a:pt x="381" y="1241425"/>
                    <a:pt x="0" y="1238758"/>
                    <a:pt x="0" y="1235837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067175" y="3438373"/>
            <a:ext cx="3295650" cy="1266825"/>
            <a:chOff x="0" y="0"/>
            <a:chExt cx="3295650" cy="12668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5777" cy="1266952"/>
            </a:xfrm>
            <a:custGeom>
              <a:avLst/>
              <a:gdLst/>
              <a:ahLst/>
              <a:cxnLst/>
              <a:rect l="l" t="t" r="r" b="b"/>
              <a:pathLst>
                <a:path w="3295777" h="1266952">
                  <a:moveTo>
                    <a:pt x="0" y="12453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45362"/>
                  </a:lnTo>
                  <a:cubicBezTo>
                    <a:pt x="3295777" y="1248156"/>
                    <a:pt x="3295269" y="1250950"/>
                    <a:pt x="3294126" y="1253617"/>
                  </a:cubicBezTo>
                  <a:cubicBezTo>
                    <a:pt x="3292983" y="1256284"/>
                    <a:pt x="3291459" y="1258570"/>
                    <a:pt x="3289427" y="1260602"/>
                  </a:cubicBezTo>
                  <a:cubicBezTo>
                    <a:pt x="3287395" y="1262634"/>
                    <a:pt x="3285109" y="1264158"/>
                    <a:pt x="3282442" y="1265301"/>
                  </a:cubicBezTo>
                  <a:cubicBezTo>
                    <a:pt x="3279775" y="1266444"/>
                    <a:pt x="3277108" y="1266952"/>
                    <a:pt x="3274187" y="1266952"/>
                  </a:cubicBezTo>
                  <a:lnTo>
                    <a:pt x="21463" y="1266952"/>
                  </a:lnTo>
                  <a:cubicBezTo>
                    <a:pt x="18669" y="1266952"/>
                    <a:pt x="15875" y="1266444"/>
                    <a:pt x="13208" y="1265301"/>
                  </a:cubicBezTo>
                  <a:cubicBezTo>
                    <a:pt x="10541" y="1264158"/>
                    <a:pt x="8255" y="1262634"/>
                    <a:pt x="6223" y="1260602"/>
                  </a:cubicBezTo>
                  <a:cubicBezTo>
                    <a:pt x="4191" y="1258570"/>
                    <a:pt x="2667" y="1256284"/>
                    <a:pt x="1524" y="1253617"/>
                  </a:cubicBezTo>
                  <a:cubicBezTo>
                    <a:pt x="381" y="1250950"/>
                    <a:pt x="0" y="1248283"/>
                    <a:pt x="0" y="1245362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067175" y="4876648"/>
            <a:ext cx="3295650" cy="1257300"/>
            <a:chOff x="0" y="0"/>
            <a:chExt cx="3295650" cy="1257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95777" cy="1257427"/>
            </a:xfrm>
            <a:custGeom>
              <a:avLst/>
              <a:gdLst/>
              <a:ahLst/>
              <a:cxnLst/>
              <a:rect l="l" t="t" r="r" b="b"/>
              <a:pathLst>
                <a:path w="3295777" h="12574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35837"/>
                  </a:lnTo>
                  <a:cubicBezTo>
                    <a:pt x="3295777" y="1238631"/>
                    <a:pt x="3295269" y="1241425"/>
                    <a:pt x="3294126" y="1244092"/>
                  </a:cubicBezTo>
                  <a:cubicBezTo>
                    <a:pt x="3292983" y="1246759"/>
                    <a:pt x="3291459" y="1249045"/>
                    <a:pt x="3289427" y="1251077"/>
                  </a:cubicBezTo>
                  <a:cubicBezTo>
                    <a:pt x="3287395" y="1253109"/>
                    <a:pt x="3285109" y="1254633"/>
                    <a:pt x="3282442" y="1255776"/>
                  </a:cubicBezTo>
                  <a:cubicBezTo>
                    <a:pt x="3279775" y="1256919"/>
                    <a:pt x="3277108" y="1257427"/>
                    <a:pt x="3274187" y="1257427"/>
                  </a:cubicBezTo>
                  <a:lnTo>
                    <a:pt x="21463" y="1257427"/>
                  </a:lnTo>
                  <a:cubicBezTo>
                    <a:pt x="18669" y="1257427"/>
                    <a:pt x="15875" y="1256919"/>
                    <a:pt x="13208" y="1255776"/>
                  </a:cubicBezTo>
                  <a:cubicBezTo>
                    <a:pt x="10541" y="1254633"/>
                    <a:pt x="8255" y="1253109"/>
                    <a:pt x="6223" y="1251077"/>
                  </a:cubicBezTo>
                  <a:cubicBezTo>
                    <a:pt x="4191" y="1249045"/>
                    <a:pt x="2667" y="1246759"/>
                    <a:pt x="1524" y="1244092"/>
                  </a:cubicBezTo>
                  <a:cubicBezTo>
                    <a:pt x="381" y="1241425"/>
                    <a:pt x="0" y="1238758"/>
                    <a:pt x="0" y="1235837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534275" y="3438373"/>
            <a:ext cx="3295650" cy="1266825"/>
            <a:chOff x="0" y="0"/>
            <a:chExt cx="3295650" cy="12668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5777" cy="1266952"/>
            </a:xfrm>
            <a:custGeom>
              <a:avLst/>
              <a:gdLst/>
              <a:ahLst/>
              <a:cxnLst/>
              <a:rect l="l" t="t" r="r" b="b"/>
              <a:pathLst>
                <a:path w="3295777" h="1266952">
                  <a:moveTo>
                    <a:pt x="0" y="12453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45362"/>
                  </a:lnTo>
                  <a:cubicBezTo>
                    <a:pt x="3295777" y="1248156"/>
                    <a:pt x="3295269" y="1250950"/>
                    <a:pt x="3294126" y="1253617"/>
                  </a:cubicBezTo>
                  <a:cubicBezTo>
                    <a:pt x="3292983" y="1256284"/>
                    <a:pt x="3291459" y="1258570"/>
                    <a:pt x="3289427" y="1260602"/>
                  </a:cubicBezTo>
                  <a:cubicBezTo>
                    <a:pt x="3287395" y="1262634"/>
                    <a:pt x="3285109" y="1264158"/>
                    <a:pt x="3282442" y="1265301"/>
                  </a:cubicBezTo>
                  <a:cubicBezTo>
                    <a:pt x="3279775" y="1266444"/>
                    <a:pt x="3277108" y="1266952"/>
                    <a:pt x="3274187" y="1266952"/>
                  </a:cubicBezTo>
                  <a:lnTo>
                    <a:pt x="21463" y="1266952"/>
                  </a:lnTo>
                  <a:cubicBezTo>
                    <a:pt x="18669" y="1266952"/>
                    <a:pt x="15875" y="1266444"/>
                    <a:pt x="13208" y="1265301"/>
                  </a:cubicBezTo>
                  <a:cubicBezTo>
                    <a:pt x="10541" y="1264158"/>
                    <a:pt x="8255" y="1262634"/>
                    <a:pt x="6223" y="1260602"/>
                  </a:cubicBezTo>
                  <a:cubicBezTo>
                    <a:pt x="4191" y="1258570"/>
                    <a:pt x="2667" y="1256284"/>
                    <a:pt x="1524" y="1253617"/>
                  </a:cubicBezTo>
                  <a:cubicBezTo>
                    <a:pt x="381" y="1250950"/>
                    <a:pt x="0" y="1248283"/>
                    <a:pt x="0" y="1245362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534275" y="4876648"/>
            <a:ext cx="3295650" cy="1257300"/>
            <a:chOff x="0" y="0"/>
            <a:chExt cx="3295650" cy="1257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95777" cy="1257427"/>
            </a:xfrm>
            <a:custGeom>
              <a:avLst/>
              <a:gdLst/>
              <a:ahLst/>
              <a:cxnLst/>
              <a:rect l="l" t="t" r="r" b="b"/>
              <a:pathLst>
                <a:path w="3295777" h="12574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35837"/>
                  </a:lnTo>
                  <a:cubicBezTo>
                    <a:pt x="3295777" y="1238631"/>
                    <a:pt x="3295269" y="1241425"/>
                    <a:pt x="3294126" y="1244092"/>
                  </a:cubicBezTo>
                  <a:cubicBezTo>
                    <a:pt x="3292983" y="1246759"/>
                    <a:pt x="3291459" y="1249045"/>
                    <a:pt x="3289427" y="1251077"/>
                  </a:cubicBezTo>
                  <a:cubicBezTo>
                    <a:pt x="3287395" y="1253109"/>
                    <a:pt x="3285109" y="1254633"/>
                    <a:pt x="3282442" y="1255776"/>
                  </a:cubicBezTo>
                  <a:cubicBezTo>
                    <a:pt x="3279775" y="1256919"/>
                    <a:pt x="3277108" y="1257427"/>
                    <a:pt x="3274187" y="1257427"/>
                  </a:cubicBezTo>
                  <a:lnTo>
                    <a:pt x="21463" y="1257427"/>
                  </a:lnTo>
                  <a:cubicBezTo>
                    <a:pt x="18669" y="1257427"/>
                    <a:pt x="15875" y="1256919"/>
                    <a:pt x="13208" y="1255776"/>
                  </a:cubicBezTo>
                  <a:cubicBezTo>
                    <a:pt x="10541" y="1254633"/>
                    <a:pt x="8255" y="1253109"/>
                    <a:pt x="6223" y="1251077"/>
                  </a:cubicBezTo>
                  <a:cubicBezTo>
                    <a:pt x="4191" y="1249045"/>
                    <a:pt x="2667" y="1246759"/>
                    <a:pt x="1524" y="1244092"/>
                  </a:cubicBezTo>
                  <a:cubicBezTo>
                    <a:pt x="381" y="1241425"/>
                    <a:pt x="0" y="1238758"/>
                    <a:pt x="0" y="1235837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00075" y="2603011"/>
            <a:ext cx="1677600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525" y="3524679"/>
            <a:ext cx="2932767" cy="9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Predict AQI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 ML models to estimate AQI from sensor and weather inputs.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1525" y="4962954"/>
            <a:ext cx="3001832" cy="9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Apply Ridge &amp; Lasso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Implement L2 and L1 regularized linear models.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38625" y="4962954"/>
            <a:ext cx="2902248" cy="9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Compare Models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Evaluate using regression metrics and residual analysis.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8625" y="3524679"/>
            <a:ext cx="2919555" cy="9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Analyse Parameters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Examine pollutant and meteorological behavior and distributions.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05725" y="3524679"/>
            <a:ext cx="3003052" cy="9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Perform EDA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Explore missing data, distributions, and correlations.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5725" y="4962954"/>
            <a:ext cx="2823962" cy="9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Select Approach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Recommend the more suitable regression technique for this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80948"/>
            <a:ext cx="4286250" cy="6438900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937293" y="3031969"/>
            <a:ext cx="5841663" cy="1336558"/>
          </a:xfrm>
          <a:custGeom>
            <a:avLst/>
            <a:gdLst/>
            <a:ahLst/>
            <a:cxnLst/>
            <a:rect l="l" t="t" r="r" b="b"/>
            <a:pathLst>
              <a:path w="5841663" h="1336558">
                <a:moveTo>
                  <a:pt x="0" y="0"/>
                </a:moveTo>
                <a:lnTo>
                  <a:pt x="5841664" y="0"/>
                </a:lnTo>
                <a:lnTo>
                  <a:pt x="5841664" y="1336558"/>
                </a:lnTo>
                <a:lnTo>
                  <a:pt x="0" y="13365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86325" y="2231536"/>
            <a:ext cx="4887316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Proposed Solution — Workflow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70659" y="4546978"/>
            <a:ext cx="722843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Air Quality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67176" y="4725038"/>
            <a:ext cx="498824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09159" y="4546978"/>
            <a:ext cx="334651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20961" y="4725038"/>
            <a:ext cx="895207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42670" y="4480074"/>
            <a:ext cx="518427" cy="34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3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EDA &amp; Feature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6911" y="4810992"/>
            <a:ext cx="584568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Selection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03621" y="4546978"/>
            <a:ext cx="646224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Train-Test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6718" y="4725038"/>
            <a:ext cx="286188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Split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96008" y="4546978"/>
            <a:ext cx="518427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Feature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18173" y="4725038"/>
            <a:ext cx="445980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Scaling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6325" y="5378472"/>
            <a:ext cx="6042184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system ingests global air-quality records, applies deterministic preprocessing and feature engineering, then trains Ridge and Lasso models. Evaluation compares generalization and feature relevance to guide deployment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650" y="3028950"/>
            <a:ext cx="57150" cy="5715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28650" y="3362325"/>
            <a:ext cx="57150" cy="5715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28650" y="3695700"/>
            <a:ext cx="57150" cy="5715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962650" y="3028950"/>
            <a:ext cx="57150" cy="5715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962650" y="3362325"/>
            <a:ext cx="57150" cy="5715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962650" y="3695700"/>
            <a:ext cx="57150" cy="57150"/>
            <a:chOff x="0" y="0"/>
            <a:chExt cx="57150" cy="57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536572" y="5108572"/>
            <a:ext cx="10356847" cy="2136772"/>
          </a:xfrm>
          <a:custGeom>
            <a:avLst/>
            <a:gdLst/>
            <a:ahLst/>
            <a:cxnLst/>
            <a:rect l="l" t="t" r="r" b="b"/>
            <a:pathLst>
              <a:path w="10356847" h="2136772">
                <a:moveTo>
                  <a:pt x="0" y="0"/>
                </a:moveTo>
                <a:lnTo>
                  <a:pt x="10356847" y="0"/>
                </a:lnTo>
                <a:lnTo>
                  <a:pt x="10356847" y="2136772"/>
                </a:lnTo>
                <a:lnTo>
                  <a:pt x="0" y="2136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00075" y="1555413"/>
            <a:ext cx="6671767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Machine Learning Models — Ridge vs Lasso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75" y="2429456"/>
            <a:ext cx="2090461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Ridge Regression (L2)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075" y="4591631"/>
            <a:ext cx="226719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Comparison (summary)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33627" y="2429456"/>
            <a:ext cx="20762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Lasso Regression (L1)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1202" y="5283032"/>
            <a:ext cx="704945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Property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202" y="5788200"/>
            <a:ext cx="111346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Regularization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02" y="6283500"/>
            <a:ext cx="1338358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Feature Selection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1202" y="6788325"/>
            <a:ext cx="606314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Best for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0075" y="2835450"/>
            <a:ext cx="3669763" cy="136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Linear regression with L2 penalty</a:t>
            </a:r>
          </a:p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Shrinks coefficients but keeps all features Reduces variance; helps multicollinearity</a:t>
            </a:r>
          </a:p>
          <a:p>
            <a:pPr algn="l">
              <a:lnSpc>
                <a:spcPts val="2099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Good when many correlated predictors contribute modestly.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0256" y="5283032"/>
            <a:ext cx="44559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Ridge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70256" y="5788200"/>
            <a:ext cx="199678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L2 — coefficient shrinkage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70256" y="6283500"/>
            <a:ext cx="1022175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No (keeps all)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70256" y="6788325"/>
            <a:ext cx="2738276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Multicollinearity, many small effects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07766" y="2835450"/>
            <a:ext cx="4269696" cy="97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Linear regression with L1 penalty</a:t>
            </a:r>
          </a:p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Can zero out coefficients → embedded feature selection Promotes sparse models and interpretability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33430" y="5283032"/>
            <a:ext cx="434226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Lasso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33430" y="5788200"/>
            <a:ext cx="1856880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L1 — coefficient sparsity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33430" y="6283500"/>
            <a:ext cx="1964255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Yes (can zero coefficients)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33430" y="6788325"/>
            <a:ext cx="2695251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When few predictors are important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33627" y="4003815"/>
            <a:ext cx="3041180" cy="19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Useful when a subset of features drives the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533600"/>
            <a:ext cx="11556997" cy="7727947"/>
            <a:chOff x="0" y="0"/>
            <a:chExt cx="11557000" cy="7727950"/>
          </a:xfrm>
        </p:grpSpPr>
        <p:sp>
          <p:nvSpPr>
            <p:cNvPr id="3" name="Freeform 3"/>
            <p:cNvSpPr/>
            <p:nvPr/>
          </p:nvSpPr>
          <p:spPr>
            <a:xfrm>
              <a:off x="68326" y="68326"/>
              <a:ext cx="11420348" cy="7591298"/>
            </a:xfrm>
            <a:custGeom>
              <a:avLst/>
              <a:gdLst/>
              <a:ahLst/>
              <a:cxnLst/>
              <a:rect l="l" t="t" r="r" b="b"/>
              <a:pathLst>
                <a:path w="11420348" h="7591298">
                  <a:moveTo>
                    <a:pt x="0" y="0"/>
                  </a:moveTo>
                  <a:lnTo>
                    <a:pt x="0" y="7591298"/>
                  </a:lnTo>
                  <a:lnTo>
                    <a:pt x="11420348" y="7591298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DDD6CC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7600950"/>
            </a:xfrm>
            <a:custGeom>
              <a:avLst/>
              <a:gdLst/>
              <a:ahLst/>
              <a:cxnLst/>
              <a:rect l="l" t="t" r="r" b="b"/>
              <a:pathLst>
                <a:path w="11430000" h="7600950">
                  <a:moveTo>
                    <a:pt x="0" y="0"/>
                  </a:moveTo>
                  <a:lnTo>
                    <a:pt x="11430000" y="0"/>
                  </a:lnTo>
                  <a:lnTo>
                    <a:pt x="11430000" y="7600950"/>
                  </a:lnTo>
                  <a:lnTo>
                    <a:pt x="0" y="760095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0" y="597103"/>
            <a:ext cx="11430000" cy="2143125"/>
            <a:chOff x="0" y="0"/>
            <a:chExt cx="15240000" cy="2857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00" cy="2857500"/>
            </a:xfrm>
            <a:custGeom>
              <a:avLst/>
              <a:gdLst/>
              <a:ahLst/>
              <a:cxnLst/>
              <a:rect l="l" t="t" r="r" b="b"/>
              <a:pathLst>
                <a:path w="15240000" h="2857500">
                  <a:moveTo>
                    <a:pt x="0" y="0"/>
                  </a:moveTo>
                  <a:lnTo>
                    <a:pt x="15240000" y="0"/>
                  </a:lnTo>
                  <a:lnTo>
                    <a:pt x="15240000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2" b="-22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28650" y="5492953"/>
            <a:ext cx="57150" cy="57150"/>
            <a:chOff x="0" y="0"/>
            <a:chExt cx="57150" cy="57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28650" y="5835853"/>
            <a:ext cx="57150" cy="57150"/>
            <a:chOff x="0" y="0"/>
            <a:chExt cx="57150" cy="57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28650" y="6169228"/>
            <a:ext cx="57150" cy="57150"/>
            <a:chOff x="0" y="0"/>
            <a:chExt cx="57150" cy="57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2438400" y="4188028"/>
            <a:ext cx="2362200" cy="228600"/>
            <a:chOff x="0" y="0"/>
            <a:chExt cx="23622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62327" cy="228727"/>
            </a:xfrm>
            <a:custGeom>
              <a:avLst/>
              <a:gdLst/>
              <a:ahLst/>
              <a:cxnLst/>
              <a:rect l="l" t="t" r="r" b="b"/>
              <a:pathLst>
                <a:path w="2362327" h="228727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40737" y="0"/>
                  </a:lnTo>
                  <a:cubicBezTo>
                    <a:pt x="2343531" y="0"/>
                    <a:pt x="2346325" y="508"/>
                    <a:pt x="2348992" y="1651"/>
                  </a:cubicBezTo>
                  <a:cubicBezTo>
                    <a:pt x="2351659" y="2794"/>
                    <a:pt x="2353945" y="4318"/>
                    <a:pt x="2355977" y="6350"/>
                  </a:cubicBezTo>
                  <a:cubicBezTo>
                    <a:pt x="2358009" y="8382"/>
                    <a:pt x="2359533" y="10668"/>
                    <a:pt x="2360676" y="13335"/>
                  </a:cubicBezTo>
                  <a:cubicBezTo>
                    <a:pt x="2361819" y="16002"/>
                    <a:pt x="2362327" y="18669"/>
                    <a:pt x="2362327" y="21590"/>
                  </a:cubicBezTo>
                  <a:lnTo>
                    <a:pt x="2362327" y="207137"/>
                  </a:lnTo>
                  <a:cubicBezTo>
                    <a:pt x="2362327" y="209931"/>
                    <a:pt x="2361819" y="212725"/>
                    <a:pt x="2360676" y="215392"/>
                  </a:cubicBezTo>
                  <a:cubicBezTo>
                    <a:pt x="2359533" y="218059"/>
                    <a:pt x="2358009" y="220345"/>
                    <a:pt x="2355977" y="222377"/>
                  </a:cubicBezTo>
                  <a:cubicBezTo>
                    <a:pt x="2353945" y="224409"/>
                    <a:pt x="2351659" y="225933"/>
                    <a:pt x="2348992" y="227076"/>
                  </a:cubicBezTo>
                  <a:cubicBezTo>
                    <a:pt x="2346325" y="228219"/>
                    <a:pt x="2343658" y="228727"/>
                    <a:pt x="2340737" y="228727"/>
                  </a:cubicBezTo>
                  <a:lnTo>
                    <a:pt x="21463" y="228727"/>
                  </a:lnTo>
                  <a:cubicBezTo>
                    <a:pt x="18669" y="228727"/>
                    <a:pt x="15875" y="228219"/>
                    <a:pt x="13208" y="227076"/>
                  </a:cubicBezTo>
                  <a:cubicBezTo>
                    <a:pt x="10541" y="225933"/>
                    <a:pt x="8255" y="224409"/>
                    <a:pt x="6223" y="222377"/>
                  </a:cubicBezTo>
                  <a:cubicBezTo>
                    <a:pt x="4191" y="220345"/>
                    <a:pt x="2667" y="218059"/>
                    <a:pt x="1524" y="215392"/>
                  </a:cubicBezTo>
                  <a:cubicBezTo>
                    <a:pt x="381" y="212725"/>
                    <a:pt x="0" y="210058"/>
                    <a:pt x="0" y="207137"/>
                  </a:cubicBezTo>
                  <a:close/>
                </a:path>
              </a:pathLst>
            </a:custGeom>
            <a:solidFill>
              <a:srgbClr val="E2DFD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152900" y="5492953"/>
            <a:ext cx="57150" cy="57150"/>
            <a:chOff x="0" y="0"/>
            <a:chExt cx="57150" cy="571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152900" y="5835853"/>
            <a:ext cx="57150" cy="57150"/>
            <a:chOff x="0" y="0"/>
            <a:chExt cx="57150" cy="571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152900" y="6169228"/>
            <a:ext cx="57150" cy="57150"/>
            <a:chOff x="0" y="0"/>
            <a:chExt cx="57150" cy="571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667625" y="5492953"/>
            <a:ext cx="57150" cy="57150"/>
            <a:chOff x="0" y="0"/>
            <a:chExt cx="57150" cy="571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7667625" y="5835853"/>
            <a:ext cx="57150" cy="57150"/>
            <a:chOff x="0" y="0"/>
            <a:chExt cx="57150" cy="571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667625" y="6169228"/>
            <a:ext cx="57150" cy="57150"/>
            <a:chOff x="0" y="0"/>
            <a:chExt cx="57150" cy="571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600075" y="3152642"/>
            <a:ext cx="3425857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Identification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4214" y="5299453"/>
            <a:ext cx="1085831" cy="9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PM2.5 (µg/m³) PM10 (µg/m³) NO2 (ppb)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5572" y="3898935"/>
            <a:ext cx="2746696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Dataset: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Global Air Quality Dataset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5572" y="4165635"/>
            <a:ext cx="1713519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Kaggle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— File: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7578" y="5299453"/>
            <a:ext cx="760381" cy="9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SO2 (ppb) CO (ppm) O3 (ppb)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20933" y="5299453"/>
            <a:ext cx="1336081" cy="9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Temperature (°C) Humidity (%) Wind Speed (m/s)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45544" y="4163978"/>
            <a:ext cx="2392804" cy="241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Open Sans 1"/>
                <a:ea typeface="Open Sans 1"/>
                <a:cs typeface="Open Sans 1"/>
                <a:sym typeface="Open Sans 1"/>
              </a:rPr>
              <a:t>global_air_quality_dataset.csv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0075" y="4655334"/>
            <a:ext cx="85756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Features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8233365" y="5271084"/>
            <a:ext cx="3196635" cy="2932913"/>
          </a:xfrm>
          <a:custGeom>
            <a:avLst/>
            <a:gdLst/>
            <a:ahLst/>
            <a:cxnLst/>
            <a:rect l="l" t="t" r="r" b="b"/>
            <a:pathLst>
              <a:path w="3196635" h="2932913">
                <a:moveTo>
                  <a:pt x="0" y="0"/>
                </a:moveTo>
                <a:lnTo>
                  <a:pt x="3196635" y="0"/>
                </a:lnTo>
                <a:lnTo>
                  <a:pt x="3196635" y="2932913"/>
                </a:lnTo>
                <a:lnTo>
                  <a:pt x="0" y="2932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572" y="2184549"/>
            <a:ext cx="2555872" cy="4851397"/>
            <a:chOff x="0" y="0"/>
            <a:chExt cx="2555875" cy="4851400"/>
          </a:xfrm>
        </p:grpSpPr>
        <p:sp>
          <p:nvSpPr>
            <p:cNvPr id="3" name="Freeform 3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lnTo>
                    <a:pt x="2415794" y="4711319"/>
                  </a:lnTo>
                  <a:lnTo>
                    <a:pt x="2422525" y="4718050"/>
                  </a:ln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lnTo>
                    <a:pt x="13081" y="4711319"/>
                  </a:lnTo>
                  <a:lnTo>
                    <a:pt x="6350" y="4718050"/>
                  </a:ln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cubicBezTo>
                    <a:pt x="2409571" y="4704080"/>
                    <a:pt x="2409698" y="4703699"/>
                    <a:pt x="2409698" y="4702937"/>
                  </a:cubicBezTo>
                  <a:lnTo>
                    <a:pt x="2419223" y="4702937"/>
                  </a:lnTo>
                  <a:lnTo>
                    <a:pt x="2409698" y="4702937"/>
                  </a:lnTo>
                  <a:lnTo>
                    <a:pt x="2409698" y="21463"/>
                  </a:lnTo>
                  <a:lnTo>
                    <a:pt x="2419223" y="21463"/>
                  </a:lnTo>
                  <a:lnTo>
                    <a:pt x="2409698" y="21463"/>
                  </a:lnTo>
                  <a:cubicBezTo>
                    <a:pt x="2409698" y="20701"/>
                    <a:pt x="2409571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90575" y="3276752"/>
            <a:ext cx="1466850" cy="600075"/>
            <a:chOff x="0" y="0"/>
            <a:chExt cx="1955800" cy="800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5800" cy="800100"/>
            </a:xfrm>
            <a:custGeom>
              <a:avLst/>
              <a:gdLst/>
              <a:ahLst/>
              <a:cxnLst/>
              <a:rect l="l" t="t" r="r" b="b"/>
              <a:pathLst>
                <a:path w="1955800" h="800100">
                  <a:moveTo>
                    <a:pt x="28448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71525"/>
                  </a:lnTo>
                  <a:cubicBezTo>
                    <a:pt x="0" y="779399"/>
                    <a:pt x="2794" y="786130"/>
                    <a:pt x="8382" y="791718"/>
                  </a:cubicBezTo>
                  <a:cubicBezTo>
                    <a:pt x="13970" y="797306"/>
                    <a:pt x="20701" y="800100"/>
                    <a:pt x="28575" y="800100"/>
                  </a:cubicBezTo>
                  <a:lnTo>
                    <a:pt x="1927225" y="800100"/>
                  </a:lnTo>
                  <a:cubicBezTo>
                    <a:pt x="1935099" y="800100"/>
                    <a:pt x="1941830" y="797306"/>
                    <a:pt x="1947418" y="791718"/>
                  </a:cubicBezTo>
                  <a:cubicBezTo>
                    <a:pt x="1953006" y="786130"/>
                    <a:pt x="1955800" y="779399"/>
                    <a:pt x="1955800" y="771525"/>
                  </a:cubicBezTo>
                  <a:lnTo>
                    <a:pt x="1955800" y="28575"/>
                  </a:lnTo>
                  <a:cubicBezTo>
                    <a:pt x="1955800" y="20701"/>
                    <a:pt x="1953006" y="13970"/>
                    <a:pt x="1947418" y="8382"/>
                  </a:cubicBezTo>
                  <a:cubicBezTo>
                    <a:pt x="1941830" y="2794"/>
                    <a:pt x="1935099" y="0"/>
                    <a:pt x="1927352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90575" y="4076852"/>
            <a:ext cx="2047875" cy="1714500"/>
            <a:chOff x="0" y="0"/>
            <a:chExt cx="2047875" cy="1714500"/>
          </a:xfrm>
        </p:grpSpPr>
        <p:sp>
          <p:nvSpPr>
            <p:cNvPr id="8" name="Freeform 8"/>
            <p:cNvSpPr/>
            <p:nvPr/>
          </p:nvSpPr>
          <p:spPr>
            <a:xfrm>
              <a:off x="-127" y="0"/>
              <a:ext cx="2048129" cy="1714627"/>
            </a:xfrm>
            <a:custGeom>
              <a:avLst/>
              <a:gdLst/>
              <a:ahLst/>
              <a:cxnLst/>
              <a:rect l="l" t="t" r="r" b="b"/>
              <a:pathLst>
                <a:path w="2048129" h="1714627">
                  <a:moveTo>
                    <a:pt x="127" y="169303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350" y="6223"/>
                  </a:cubicBezTo>
                  <a:cubicBezTo>
                    <a:pt x="8255" y="4191"/>
                    <a:pt x="10668" y="2667"/>
                    <a:pt x="13335" y="1651"/>
                  </a:cubicBezTo>
                  <a:cubicBezTo>
                    <a:pt x="16002" y="635"/>
                    <a:pt x="18669" y="0"/>
                    <a:pt x="21590" y="0"/>
                  </a:cubicBezTo>
                  <a:lnTo>
                    <a:pt x="2026539" y="0"/>
                  </a:lnTo>
                  <a:cubicBezTo>
                    <a:pt x="2029333" y="0"/>
                    <a:pt x="2032127" y="508"/>
                    <a:pt x="2034794" y="1651"/>
                  </a:cubicBezTo>
                  <a:cubicBezTo>
                    <a:pt x="2037461" y="2794"/>
                    <a:pt x="2039747" y="4318"/>
                    <a:pt x="2041779" y="6350"/>
                  </a:cubicBezTo>
                  <a:cubicBezTo>
                    <a:pt x="2043811" y="8382"/>
                    <a:pt x="2045335" y="10668"/>
                    <a:pt x="2046478" y="13335"/>
                  </a:cubicBezTo>
                  <a:cubicBezTo>
                    <a:pt x="2047621" y="16002"/>
                    <a:pt x="2048129" y="18669"/>
                    <a:pt x="2048129" y="21590"/>
                  </a:cubicBezTo>
                  <a:lnTo>
                    <a:pt x="2048129" y="1693037"/>
                  </a:lnTo>
                  <a:cubicBezTo>
                    <a:pt x="2048129" y="1695831"/>
                    <a:pt x="2047621" y="1698625"/>
                    <a:pt x="2046478" y="1701292"/>
                  </a:cubicBezTo>
                  <a:cubicBezTo>
                    <a:pt x="2045335" y="1703959"/>
                    <a:pt x="2043811" y="1706245"/>
                    <a:pt x="2041779" y="1708277"/>
                  </a:cubicBezTo>
                  <a:cubicBezTo>
                    <a:pt x="2039747" y="1710309"/>
                    <a:pt x="2037461" y="1711833"/>
                    <a:pt x="2034794" y="1712976"/>
                  </a:cubicBezTo>
                  <a:cubicBezTo>
                    <a:pt x="2032127" y="1714119"/>
                    <a:pt x="2029460" y="1714627"/>
                    <a:pt x="2026539" y="1714627"/>
                  </a:cubicBezTo>
                  <a:lnTo>
                    <a:pt x="21590" y="1714627"/>
                  </a:lnTo>
                  <a:cubicBezTo>
                    <a:pt x="18796" y="1714627"/>
                    <a:pt x="16002" y="1714119"/>
                    <a:pt x="13335" y="1712976"/>
                  </a:cubicBezTo>
                  <a:cubicBezTo>
                    <a:pt x="10668" y="1711833"/>
                    <a:pt x="8382" y="1710309"/>
                    <a:pt x="6350" y="1708277"/>
                  </a:cubicBezTo>
                  <a:cubicBezTo>
                    <a:pt x="4318" y="1706245"/>
                    <a:pt x="2794" y="1703959"/>
                    <a:pt x="1651" y="1701292"/>
                  </a:cubicBezTo>
                  <a:cubicBezTo>
                    <a:pt x="508" y="1698625"/>
                    <a:pt x="0" y="1695958"/>
                    <a:pt x="0" y="1693037"/>
                  </a:cubicBezTo>
                  <a:close/>
                </a:path>
              </a:pathLst>
            </a:custGeom>
            <a:solidFill>
              <a:srgbClr val="E2DFD9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136897" y="2184549"/>
            <a:ext cx="2555872" cy="4851397"/>
            <a:chOff x="0" y="0"/>
            <a:chExt cx="2555875" cy="4851400"/>
          </a:xfrm>
        </p:grpSpPr>
        <p:sp>
          <p:nvSpPr>
            <p:cNvPr id="10" name="Freeform 10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lnTo>
                    <a:pt x="13081" y="4711319"/>
                  </a:lnTo>
                  <a:lnTo>
                    <a:pt x="6350" y="4718050"/>
                  </a:ln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lnTo>
                    <a:pt x="2415794" y="4711319"/>
                  </a:lnTo>
                  <a:lnTo>
                    <a:pt x="2409063" y="4704588"/>
                  </a:lnTo>
                  <a:cubicBezTo>
                    <a:pt x="2409571" y="4704080"/>
                    <a:pt x="2409698" y="4703699"/>
                    <a:pt x="2409698" y="4702937"/>
                  </a:cubicBezTo>
                  <a:lnTo>
                    <a:pt x="2419223" y="4702937"/>
                  </a:lnTo>
                  <a:lnTo>
                    <a:pt x="2409698" y="4702937"/>
                  </a:lnTo>
                  <a:lnTo>
                    <a:pt x="2409698" y="21463"/>
                  </a:lnTo>
                  <a:lnTo>
                    <a:pt x="2419223" y="21463"/>
                  </a:lnTo>
                  <a:lnTo>
                    <a:pt x="2409698" y="21463"/>
                  </a:lnTo>
                  <a:cubicBezTo>
                    <a:pt x="2409698" y="20701"/>
                    <a:pt x="2409571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390900" y="2905277"/>
            <a:ext cx="2047875" cy="2095500"/>
            <a:chOff x="0" y="0"/>
            <a:chExt cx="2730500" cy="279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30500" cy="2794000"/>
            </a:xfrm>
            <a:custGeom>
              <a:avLst/>
              <a:gdLst/>
              <a:ahLst/>
              <a:cxnLst/>
              <a:rect l="l" t="t" r="r" b="b"/>
              <a:pathLst>
                <a:path w="2730500" h="27940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2765425"/>
                  </a:lnTo>
                  <a:cubicBezTo>
                    <a:pt x="0" y="2773299"/>
                    <a:pt x="2794" y="2780030"/>
                    <a:pt x="8382" y="2785618"/>
                  </a:cubicBezTo>
                  <a:cubicBezTo>
                    <a:pt x="13970" y="2791206"/>
                    <a:pt x="20701" y="2794000"/>
                    <a:pt x="28575" y="2794000"/>
                  </a:cubicBezTo>
                  <a:lnTo>
                    <a:pt x="2701925" y="2794000"/>
                  </a:lnTo>
                  <a:cubicBezTo>
                    <a:pt x="2709799" y="2794000"/>
                    <a:pt x="2716530" y="2791206"/>
                    <a:pt x="2722118" y="2785618"/>
                  </a:cubicBezTo>
                  <a:cubicBezTo>
                    <a:pt x="2727706" y="2780030"/>
                    <a:pt x="2730500" y="2773299"/>
                    <a:pt x="2730500" y="2765425"/>
                  </a:cubicBezTo>
                  <a:lnTo>
                    <a:pt x="2730500" y="28575"/>
                  </a:lnTo>
                  <a:cubicBezTo>
                    <a:pt x="2730500" y="20701"/>
                    <a:pt x="2727706" y="13970"/>
                    <a:pt x="2722118" y="8382"/>
                  </a:cubicBezTo>
                  <a:cubicBezTo>
                    <a:pt x="2716530" y="2794"/>
                    <a:pt x="2709799" y="0"/>
                    <a:pt x="2701925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737222" y="2184549"/>
            <a:ext cx="2555872" cy="4851397"/>
            <a:chOff x="0" y="0"/>
            <a:chExt cx="2555875" cy="4851400"/>
          </a:xfrm>
        </p:grpSpPr>
        <p:sp>
          <p:nvSpPr>
            <p:cNvPr id="15" name="Freeform 15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lnTo>
                    <a:pt x="2415794" y="4711319"/>
                  </a:lnTo>
                  <a:lnTo>
                    <a:pt x="2422525" y="4718050"/>
                  </a:ln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lnTo>
                    <a:pt x="12954" y="4711319"/>
                  </a:lnTo>
                  <a:lnTo>
                    <a:pt x="19685" y="4704588"/>
                  </a:ln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cubicBezTo>
                    <a:pt x="2409571" y="4704080"/>
                    <a:pt x="2409698" y="4703699"/>
                    <a:pt x="2409698" y="4702937"/>
                  </a:cubicBezTo>
                  <a:lnTo>
                    <a:pt x="2419223" y="4702937"/>
                  </a:lnTo>
                  <a:lnTo>
                    <a:pt x="2409698" y="4702937"/>
                  </a:lnTo>
                  <a:lnTo>
                    <a:pt x="2409698" y="21463"/>
                  </a:lnTo>
                  <a:lnTo>
                    <a:pt x="2419223" y="21463"/>
                  </a:lnTo>
                  <a:lnTo>
                    <a:pt x="2409698" y="21463"/>
                  </a:lnTo>
                  <a:cubicBezTo>
                    <a:pt x="2409698" y="20701"/>
                    <a:pt x="2409571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991225" y="2905277"/>
            <a:ext cx="2047875" cy="3028950"/>
            <a:chOff x="0" y="0"/>
            <a:chExt cx="2730500" cy="4038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30500" cy="4038727"/>
            </a:xfrm>
            <a:custGeom>
              <a:avLst/>
              <a:gdLst/>
              <a:ahLst/>
              <a:cxnLst/>
              <a:rect l="l" t="t" r="r" b="b"/>
              <a:pathLst>
                <a:path w="2730500" h="4038727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448"/>
                  </a:cubicBezTo>
                  <a:lnTo>
                    <a:pt x="0" y="4010152"/>
                  </a:lnTo>
                  <a:cubicBezTo>
                    <a:pt x="0" y="4018026"/>
                    <a:pt x="2794" y="4024757"/>
                    <a:pt x="8382" y="4030345"/>
                  </a:cubicBezTo>
                  <a:cubicBezTo>
                    <a:pt x="13970" y="4035933"/>
                    <a:pt x="20701" y="4038727"/>
                    <a:pt x="28575" y="4038727"/>
                  </a:cubicBezTo>
                  <a:lnTo>
                    <a:pt x="2701925" y="4038727"/>
                  </a:lnTo>
                  <a:cubicBezTo>
                    <a:pt x="2709799" y="4038727"/>
                    <a:pt x="2716530" y="4035933"/>
                    <a:pt x="2722118" y="4030345"/>
                  </a:cubicBezTo>
                  <a:cubicBezTo>
                    <a:pt x="2727706" y="4024757"/>
                    <a:pt x="2730500" y="4018026"/>
                    <a:pt x="2730500" y="4010152"/>
                  </a:cubicBezTo>
                  <a:lnTo>
                    <a:pt x="2730500" y="28575"/>
                  </a:lnTo>
                  <a:cubicBezTo>
                    <a:pt x="2730500" y="20701"/>
                    <a:pt x="2727706" y="13970"/>
                    <a:pt x="2722118" y="8382"/>
                  </a:cubicBezTo>
                  <a:cubicBezTo>
                    <a:pt x="2716530" y="2794"/>
                    <a:pt x="2709799" y="0"/>
                    <a:pt x="2701925" y="0"/>
                  </a:cubicBezTo>
                  <a:close/>
                </a:path>
              </a:pathLst>
            </a:custGeom>
            <a:blipFill>
              <a:blip r:embed="rId4"/>
              <a:stretch>
                <a:fillRect b="3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8337547" y="2184549"/>
            <a:ext cx="2555872" cy="4851397"/>
            <a:chOff x="0" y="0"/>
            <a:chExt cx="2555875" cy="4851400"/>
          </a:xfrm>
        </p:grpSpPr>
        <p:sp>
          <p:nvSpPr>
            <p:cNvPr id="20" name="Freeform 20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lnTo>
                    <a:pt x="12954" y="13081"/>
                  </a:lnTo>
                  <a:lnTo>
                    <a:pt x="6223" y="6350"/>
                  </a:ln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lnTo>
                    <a:pt x="2415794" y="4711319"/>
                  </a:lnTo>
                  <a:lnTo>
                    <a:pt x="2422525" y="4718050"/>
                  </a:ln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lnTo>
                    <a:pt x="13081" y="4711319"/>
                  </a:lnTo>
                  <a:lnTo>
                    <a:pt x="6350" y="4718050"/>
                  </a:ln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cubicBezTo>
                    <a:pt x="2409571" y="4704080"/>
                    <a:pt x="2409825" y="4703699"/>
                    <a:pt x="2409825" y="4702937"/>
                  </a:cubicBezTo>
                  <a:lnTo>
                    <a:pt x="2419350" y="4702937"/>
                  </a:lnTo>
                  <a:lnTo>
                    <a:pt x="2409825" y="4702937"/>
                  </a:lnTo>
                  <a:lnTo>
                    <a:pt x="2409825" y="21463"/>
                  </a:lnTo>
                  <a:lnTo>
                    <a:pt x="2419350" y="21463"/>
                  </a:lnTo>
                  <a:lnTo>
                    <a:pt x="2409825" y="21463"/>
                  </a:lnTo>
                  <a:cubicBezTo>
                    <a:pt x="2409825" y="20701"/>
                    <a:pt x="2409698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591550" y="2905277"/>
            <a:ext cx="1466850" cy="219075"/>
            <a:chOff x="0" y="0"/>
            <a:chExt cx="1955800" cy="292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55800" cy="292100"/>
            </a:xfrm>
            <a:custGeom>
              <a:avLst/>
              <a:gdLst/>
              <a:ahLst/>
              <a:cxnLst/>
              <a:rect l="l" t="t" r="r" b="b"/>
              <a:pathLst>
                <a:path w="1955800" h="292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574"/>
                    <a:pt x="0" y="28448"/>
                  </a:cubicBezTo>
                  <a:lnTo>
                    <a:pt x="0" y="263652"/>
                  </a:lnTo>
                  <a:cubicBezTo>
                    <a:pt x="0" y="271526"/>
                    <a:pt x="2794" y="278257"/>
                    <a:pt x="8382" y="283718"/>
                  </a:cubicBezTo>
                  <a:cubicBezTo>
                    <a:pt x="13970" y="289179"/>
                    <a:pt x="20701" y="292100"/>
                    <a:pt x="28575" y="292100"/>
                  </a:cubicBezTo>
                  <a:lnTo>
                    <a:pt x="1927225" y="292100"/>
                  </a:lnTo>
                  <a:cubicBezTo>
                    <a:pt x="1935099" y="292100"/>
                    <a:pt x="1941830" y="289306"/>
                    <a:pt x="1947418" y="283718"/>
                  </a:cubicBezTo>
                  <a:cubicBezTo>
                    <a:pt x="1953006" y="278130"/>
                    <a:pt x="1955800" y="271399"/>
                    <a:pt x="1955800" y="263525"/>
                  </a:cubicBezTo>
                  <a:lnTo>
                    <a:pt x="1955800" y="28575"/>
                  </a:lnTo>
                  <a:cubicBezTo>
                    <a:pt x="1955800" y="20701"/>
                    <a:pt x="1953006" y="13970"/>
                    <a:pt x="1947418" y="8382"/>
                  </a:cubicBezTo>
                  <a:cubicBezTo>
                    <a:pt x="1941830" y="2794"/>
                    <a:pt x="1935099" y="0"/>
                    <a:pt x="1927225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600075" y="945966"/>
            <a:ext cx="8115491" cy="106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Analysis — EDA Dashboard (Placeholders)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Below are dashboard panels for Colab outputs. Do NOT add values here — paste results from the notebook.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0575" y="2391508"/>
            <a:ext cx="59644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Shape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0900" y="2391508"/>
            <a:ext cx="126372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Columns and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91225" y="2391508"/>
            <a:ext cx="144450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Missing Values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91550" y="2391508"/>
            <a:ext cx="104545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Duplicates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6258" y="4214727"/>
            <a:ext cx="1455849" cy="10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Number of Rows:</a:t>
            </a:r>
            <a:r>
              <a:rPr lang="en-US" sz="1350">
                <a:solidFill>
                  <a:srgbClr val="24292E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3660</a:t>
            </a:r>
          </a:p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Number of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Columns:</a:t>
            </a:r>
            <a:r>
              <a:rPr lang="en-US" sz="1350">
                <a:solidFill>
                  <a:srgbClr val="24292E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6230" y="3110882"/>
            <a:ext cx="10229850" cy="2038350"/>
            <a:chOff x="0" y="0"/>
            <a:chExt cx="13639800" cy="271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9800" cy="2717800"/>
            </a:xfrm>
            <a:custGeom>
              <a:avLst/>
              <a:gdLst/>
              <a:ahLst/>
              <a:cxnLst/>
              <a:rect l="l" t="t" r="r" b="b"/>
              <a:pathLst>
                <a:path w="13639800" h="27178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2689225"/>
                  </a:lnTo>
                  <a:cubicBezTo>
                    <a:pt x="0" y="2697099"/>
                    <a:pt x="2794" y="2703830"/>
                    <a:pt x="8382" y="2709418"/>
                  </a:cubicBezTo>
                  <a:cubicBezTo>
                    <a:pt x="13970" y="2715006"/>
                    <a:pt x="20701" y="2717800"/>
                    <a:pt x="28575" y="2717800"/>
                  </a:cubicBezTo>
                  <a:lnTo>
                    <a:pt x="13611225" y="2717800"/>
                  </a:lnTo>
                  <a:cubicBezTo>
                    <a:pt x="13619099" y="2717800"/>
                    <a:pt x="13625830" y="2715006"/>
                    <a:pt x="13631418" y="2709418"/>
                  </a:cubicBezTo>
                  <a:cubicBezTo>
                    <a:pt x="13637006" y="2703830"/>
                    <a:pt x="13639800" y="2697099"/>
                    <a:pt x="13639800" y="2689225"/>
                  </a:cubicBezTo>
                  <a:lnTo>
                    <a:pt x="13639800" y="28575"/>
                  </a:lnTo>
                  <a:cubicBezTo>
                    <a:pt x="13639800" y="20701"/>
                    <a:pt x="13637006" y="13970"/>
                    <a:pt x="13631418" y="8382"/>
                  </a:cubicBezTo>
                  <a:cubicBezTo>
                    <a:pt x="13625830" y="2794"/>
                    <a:pt x="13619099" y="0"/>
                    <a:pt x="136112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00075" y="2400729"/>
            <a:ext cx="194968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Statistical Summary</a:t>
            </a:r>
          </a:p>
        </p:txBody>
      </p:sp>
      <p:sp>
        <p:nvSpPr>
          <p:cNvPr id="5" name="Freeform 5"/>
          <p:cNvSpPr/>
          <p:nvPr/>
        </p:nvSpPr>
        <p:spPr>
          <a:xfrm rot="-1431390">
            <a:off x="8912578" y="5325529"/>
            <a:ext cx="2753872" cy="2985537"/>
          </a:xfrm>
          <a:custGeom>
            <a:avLst/>
            <a:gdLst/>
            <a:ahLst/>
            <a:cxnLst/>
            <a:rect l="l" t="t" r="r" b="b"/>
            <a:pathLst>
              <a:path w="2753872" h="2985537">
                <a:moveTo>
                  <a:pt x="0" y="0"/>
                </a:moveTo>
                <a:lnTo>
                  <a:pt x="2753871" y="0"/>
                </a:lnTo>
                <a:lnTo>
                  <a:pt x="2753871" y="2985538"/>
                </a:lnTo>
                <a:lnTo>
                  <a:pt x="0" y="2985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93" r="-1393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1790700"/>
            <a:ext cx="6505575" cy="4429125"/>
            <a:chOff x="0" y="0"/>
            <a:chExt cx="8674100" cy="5905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4100" cy="5905500"/>
            </a:xfrm>
            <a:custGeom>
              <a:avLst/>
              <a:gdLst/>
              <a:ahLst/>
              <a:cxnLst/>
              <a:rect l="l" t="t" r="r" b="b"/>
              <a:pathLst>
                <a:path w="8674100" h="59055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5876925"/>
                  </a:lnTo>
                  <a:cubicBezTo>
                    <a:pt x="0" y="5884799"/>
                    <a:pt x="2794" y="5891530"/>
                    <a:pt x="8382" y="5897118"/>
                  </a:cubicBezTo>
                  <a:cubicBezTo>
                    <a:pt x="13970" y="5902706"/>
                    <a:pt x="20701" y="5905500"/>
                    <a:pt x="28575" y="5905500"/>
                  </a:cubicBezTo>
                  <a:lnTo>
                    <a:pt x="8645525" y="5905500"/>
                  </a:lnTo>
                  <a:cubicBezTo>
                    <a:pt x="8653399" y="5905500"/>
                    <a:pt x="8660130" y="5902706"/>
                    <a:pt x="8665718" y="5897118"/>
                  </a:cubicBezTo>
                  <a:cubicBezTo>
                    <a:pt x="8671306" y="5891530"/>
                    <a:pt x="8674100" y="5884799"/>
                    <a:pt x="8674100" y="5876925"/>
                  </a:cubicBezTo>
                  <a:lnTo>
                    <a:pt x="8674100" y="28575"/>
                  </a:lnTo>
                  <a:cubicBezTo>
                    <a:pt x="8674100" y="20701"/>
                    <a:pt x="8671306" y="13970"/>
                    <a:pt x="8665718" y="8382"/>
                  </a:cubicBezTo>
                  <a:cubicBezTo>
                    <a:pt x="8660130" y="2794"/>
                    <a:pt x="8653399" y="0"/>
                    <a:pt x="86455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534275" y="2990850"/>
            <a:ext cx="3305175" cy="2019300"/>
            <a:chOff x="0" y="0"/>
            <a:chExt cx="4406900" cy="2692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6900" cy="2692400"/>
            </a:xfrm>
            <a:custGeom>
              <a:avLst/>
              <a:gdLst/>
              <a:ahLst/>
              <a:cxnLst/>
              <a:rect l="l" t="t" r="r" b="b"/>
              <a:pathLst>
                <a:path w="4406900" h="2692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574"/>
                    <a:pt x="0" y="28448"/>
                  </a:cubicBezTo>
                  <a:lnTo>
                    <a:pt x="0" y="2663952"/>
                  </a:lnTo>
                  <a:cubicBezTo>
                    <a:pt x="0" y="2671826"/>
                    <a:pt x="2794" y="2678557"/>
                    <a:pt x="8382" y="2684018"/>
                  </a:cubicBezTo>
                  <a:cubicBezTo>
                    <a:pt x="13970" y="2689479"/>
                    <a:pt x="20701" y="2692400"/>
                    <a:pt x="28575" y="2692400"/>
                  </a:cubicBezTo>
                  <a:lnTo>
                    <a:pt x="4378325" y="2692400"/>
                  </a:lnTo>
                  <a:cubicBezTo>
                    <a:pt x="4386199" y="2692400"/>
                    <a:pt x="4392930" y="2689606"/>
                    <a:pt x="4398518" y="2684018"/>
                  </a:cubicBezTo>
                  <a:cubicBezTo>
                    <a:pt x="4404106" y="2678430"/>
                    <a:pt x="4406900" y="2671699"/>
                    <a:pt x="4406900" y="2663825"/>
                  </a:cubicBezTo>
                  <a:lnTo>
                    <a:pt x="4406900" y="28575"/>
                  </a:lnTo>
                  <a:cubicBezTo>
                    <a:pt x="4406900" y="20701"/>
                    <a:pt x="4404106" y="13970"/>
                    <a:pt x="4398518" y="8382"/>
                  </a:cubicBezTo>
                  <a:cubicBezTo>
                    <a:pt x="4392930" y="2794"/>
                    <a:pt x="4386199" y="0"/>
                    <a:pt x="4378325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00075" y="412413"/>
            <a:ext cx="6489021" cy="116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EDA Visualizations — Insert Colab Graphs</a:t>
            </a:r>
          </a:p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AQI Distribution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0703" y="2486606"/>
            <a:ext cx="223856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Pollutant Distributions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2295373"/>
            <a:ext cx="5648325" cy="3857625"/>
            <a:chOff x="0" y="0"/>
            <a:chExt cx="7531100" cy="514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31100" cy="5143500"/>
            </a:xfrm>
            <a:custGeom>
              <a:avLst/>
              <a:gdLst/>
              <a:ahLst/>
              <a:cxnLst/>
              <a:rect l="l" t="t" r="r" b="b"/>
              <a:pathLst>
                <a:path w="7531100" h="51435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5114925"/>
                  </a:lnTo>
                  <a:cubicBezTo>
                    <a:pt x="0" y="5122799"/>
                    <a:pt x="2794" y="5129530"/>
                    <a:pt x="8382" y="5135118"/>
                  </a:cubicBezTo>
                  <a:cubicBezTo>
                    <a:pt x="13970" y="5140706"/>
                    <a:pt x="20701" y="5143500"/>
                    <a:pt x="28575" y="5143500"/>
                  </a:cubicBezTo>
                  <a:lnTo>
                    <a:pt x="7502525" y="5143500"/>
                  </a:lnTo>
                  <a:cubicBezTo>
                    <a:pt x="7510399" y="5143500"/>
                    <a:pt x="7517130" y="5140706"/>
                    <a:pt x="7522718" y="5135118"/>
                  </a:cubicBezTo>
                  <a:cubicBezTo>
                    <a:pt x="7528306" y="5129530"/>
                    <a:pt x="7531100" y="5122926"/>
                    <a:pt x="7531100" y="5115052"/>
                  </a:cubicBezTo>
                  <a:lnTo>
                    <a:pt x="7531100" y="28448"/>
                  </a:lnTo>
                  <a:cubicBezTo>
                    <a:pt x="7531100" y="20574"/>
                    <a:pt x="7528306" y="13970"/>
                    <a:pt x="7522718" y="8382"/>
                  </a:cubicBezTo>
                  <a:cubicBezTo>
                    <a:pt x="7517130" y="2794"/>
                    <a:pt x="7510399" y="0"/>
                    <a:pt x="75025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77025" y="2295373"/>
            <a:ext cx="4162425" cy="3248025"/>
            <a:chOff x="0" y="0"/>
            <a:chExt cx="5549900" cy="433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49900" cy="4330700"/>
            </a:xfrm>
            <a:custGeom>
              <a:avLst/>
              <a:gdLst/>
              <a:ahLst/>
              <a:cxnLst/>
              <a:rect l="l" t="t" r="r" b="b"/>
              <a:pathLst>
                <a:path w="5549900" h="43307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4302125"/>
                  </a:lnTo>
                  <a:cubicBezTo>
                    <a:pt x="0" y="4309999"/>
                    <a:pt x="2794" y="4316730"/>
                    <a:pt x="8382" y="4322318"/>
                  </a:cubicBezTo>
                  <a:cubicBezTo>
                    <a:pt x="13970" y="4327906"/>
                    <a:pt x="20701" y="4330700"/>
                    <a:pt x="28575" y="4330700"/>
                  </a:cubicBezTo>
                  <a:lnTo>
                    <a:pt x="5521325" y="4330700"/>
                  </a:lnTo>
                  <a:cubicBezTo>
                    <a:pt x="5529199" y="4330700"/>
                    <a:pt x="5535930" y="4327906"/>
                    <a:pt x="5541518" y="4322318"/>
                  </a:cubicBezTo>
                  <a:cubicBezTo>
                    <a:pt x="5547106" y="4316730"/>
                    <a:pt x="5549900" y="4310126"/>
                    <a:pt x="5549900" y="4302379"/>
                  </a:cubicBezTo>
                  <a:lnTo>
                    <a:pt x="5549900" y="28448"/>
                  </a:lnTo>
                  <a:cubicBezTo>
                    <a:pt x="5549900" y="20574"/>
                    <a:pt x="5547106" y="13970"/>
                    <a:pt x="5541518" y="8382"/>
                  </a:cubicBezTo>
                  <a:cubicBezTo>
                    <a:pt x="5535930" y="2794"/>
                    <a:pt x="5529199" y="0"/>
                    <a:pt x="5521325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00075" y="1781604"/>
            <a:ext cx="223856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Pollutant Distributions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8959" y="1781604"/>
            <a:ext cx="207778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Correlation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650" y="2895448"/>
            <a:ext cx="57150" cy="5715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28650" y="3505048"/>
            <a:ext cx="57150" cy="5715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28650" y="4114648"/>
            <a:ext cx="57150" cy="5715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28650" y="4724248"/>
            <a:ext cx="57150" cy="5715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28650" y="5333848"/>
            <a:ext cx="57150" cy="5715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28650" y="5667223"/>
            <a:ext cx="57150" cy="57150"/>
            <a:chOff x="0" y="0"/>
            <a:chExt cx="57150" cy="57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36572" y="5956144"/>
            <a:ext cx="10356847" cy="812797"/>
            <a:chOff x="0" y="0"/>
            <a:chExt cx="10356850" cy="8128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10229977" cy="685927"/>
            </a:xfrm>
            <a:custGeom>
              <a:avLst/>
              <a:gdLst/>
              <a:ahLst/>
              <a:cxnLst/>
              <a:rect l="l" t="t" r="r" b="b"/>
              <a:pathLst>
                <a:path w="10229977" h="685927">
                  <a:moveTo>
                    <a:pt x="0" y="6643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10208387" y="0"/>
                  </a:lnTo>
                  <a:cubicBezTo>
                    <a:pt x="10211181" y="0"/>
                    <a:pt x="10213975" y="508"/>
                    <a:pt x="10216642" y="1651"/>
                  </a:cubicBezTo>
                  <a:cubicBezTo>
                    <a:pt x="10219309" y="2794"/>
                    <a:pt x="10221595" y="4318"/>
                    <a:pt x="10223627" y="6350"/>
                  </a:cubicBezTo>
                  <a:cubicBezTo>
                    <a:pt x="10225659" y="8382"/>
                    <a:pt x="10227183" y="10668"/>
                    <a:pt x="10228326" y="13335"/>
                  </a:cubicBezTo>
                  <a:cubicBezTo>
                    <a:pt x="10229469" y="16002"/>
                    <a:pt x="10229977" y="18669"/>
                    <a:pt x="10229977" y="21590"/>
                  </a:cubicBezTo>
                  <a:lnTo>
                    <a:pt x="10229977" y="664337"/>
                  </a:lnTo>
                  <a:cubicBezTo>
                    <a:pt x="10229977" y="667131"/>
                    <a:pt x="10229469" y="669925"/>
                    <a:pt x="10228326" y="672592"/>
                  </a:cubicBezTo>
                  <a:cubicBezTo>
                    <a:pt x="10227183" y="675259"/>
                    <a:pt x="10225659" y="677545"/>
                    <a:pt x="10223627" y="679577"/>
                  </a:cubicBezTo>
                  <a:cubicBezTo>
                    <a:pt x="10221595" y="681609"/>
                    <a:pt x="10219309" y="683133"/>
                    <a:pt x="10216642" y="684276"/>
                  </a:cubicBezTo>
                  <a:cubicBezTo>
                    <a:pt x="10213975" y="685419"/>
                    <a:pt x="10211308" y="685927"/>
                    <a:pt x="10208387" y="685927"/>
                  </a:cubicBezTo>
                  <a:lnTo>
                    <a:pt x="21463" y="685927"/>
                  </a:lnTo>
                  <a:cubicBezTo>
                    <a:pt x="18669" y="685927"/>
                    <a:pt x="15875" y="685419"/>
                    <a:pt x="13208" y="684276"/>
                  </a:cubicBezTo>
                  <a:cubicBezTo>
                    <a:pt x="10541" y="683133"/>
                    <a:pt x="8255" y="681609"/>
                    <a:pt x="6223" y="679577"/>
                  </a:cubicBezTo>
                  <a:cubicBezTo>
                    <a:pt x="4191" y="677545"/>
                    <a:pt x="2667" y="675259"/>
                    <a:pt x="1524" y="672592"/>
                  </a:cubicBezTo>
                  <a:cubicBezTo>
                    <a:pt x="381" y="669925"/>
                    <a:pt x="0" y="667258"/>
                    <a:pt x="0" y="664337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67081" y="31229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515148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600075" y="2031511"/>
            <a:ext cx="4421086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EDA — Preliminary Findings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7288" y="6225854"/>
            <a:ext cx="6302969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Count = 3660 | Mean = 164.64 | Std = 78.57 | Min = 30 | Median = 165 | Max = 300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4214" y="2749229"/>
            <a:ext cx="10072145" cy="303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AQI Distribution: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dataset contains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3,660 AQI observations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 AQI ranges from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30 to 300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with a mean of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164.64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and median of </a:t>
            </a:r>
          </a:p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165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showing considerable variation in air-quality levels.</a:t>
            </a:r>
          </a:p>
          <a:p>
            <a:pPr algn="l">
              <a:lnSpc>
                <a:spcPts val="30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Pollutant Distributions: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dataset includes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PM2.5, PM10, NO₂, SO₂, CO and O₃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along with temperature, humidity and wind speed </a:t>
            </a:r>
          </a:p>
          <a:p>
            <a:pPr algn="l">
              <a:lnSpc>
                <a:spcPts val="12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for AQI analysis.</a:t>
            </a:r>
          </a:p>
          <a:p>
            <a:pPr algn="l">
              <a:lnSpc>
                <a:spcPts val="33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Pollutant–AQI Relationships: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Scatter plots were generated to examine the relationships between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PM2.5, PM10, CO, NO₂, SO₂, O₃ </a:t>
            </a:r>
          </a:p>
          <a:p>
            <a:pPr algn="l">
              <a:lnSpc>
                <a:spcPts val="9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and AQI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33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Correlation Analysis: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correlation heatmap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was generated for the numerical air-quality and environmental parameters to examine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relationships and possible multicollinearity.</a:t>
            </a:r>
          </a:p>
          <a:p>
            <a:pPr algn="l">
              <a:lnSpc>
                <a:spcPts val="33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Missing Values: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No missing values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were found in any of the 13 columns, so no missing-value imputation was required.</a:t>
            </a:r>
          </a:p>
          <a:p>
            <a:pPr algn="l">
              <a:lnSpc>
                <a:spcPts val="18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Duplicate Records: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dataset contains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0 duplicate rows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so no duplicate-record removal was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1641472"/>
            <a:ext cx="5156197" cy="5413372"/>
          </a:xfrm>
          <a:custGeom>
            <a:avLst/>
            <a:gdLst/>
            <a:ahLst/>
            <a:cxnLst/>
            <a:rect l="l" t="t" r="r" b="b"/>
            <a:pathLst>
              <a:path w="5156197" h="5413372">
                <a:moveTo>
                  <a:pt x="0" y="0"/>
                </a:moveTo>
                <a:lnTo>
                  <a:pt x="5156197" y="0"/>
                </a:lnTo>
                <a:lnTo>
                  <a:pt x="5156197" y="5413372"/>
                </a:lnTo>
                <a:lnTo>
                  <a:pt x="0" y="541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90575" y="5086350"/>
            <a:ext cx="1714500" cy="1714500"/>
            <a:chOff x="0" y="0"/>
            <a:chExt cx="22860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2257425"/>
                  </a:lnTo>
                  <a:cubicBezTo>
                    <a:pt x="0" y="2265299"/>
                    <a:pt x="2794" y="2272030"/>
                    <a:pt x="8382" y="2277618"/>
                  </a:cubicBezTo>
                  <a:cubicBezTo>
                    <a:pt x="13970" y="2283206"/>
                    <a:pt x="20701" y="2286000"/>
                    <a:pt x="28575" y="2286000"/>
                  </a:cubicBezTo>
                  <a:lnTo>
                    <a:pt x="2286000" y="2286000"/>
                  </a:lnTo>
                  <a:lnTo>
                    <a:pt x="2286000" y="0"/>
                  </a:lnTo>
                  <a:close/>
                </a:path>
              </a:pathLst>
            </a:custGeom>
            <a:blipFill>
              <a:blip r:embed="rId4"/>
              <a:stretch>
                <a:fillRect t="-40" b="-4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676525" y="5257800"/>
            <a:ext cx="228600" cy="238125"/>
            <a:chOff x="0" y="0"/>
            <a:chExt cx="304800" cy="317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4800" cy="317500"/>
            </a:xfrm>
            <a:custGeom>
              <a:avLst/>
              <a:gdLst/>
              <a:ahLst/>
              <a:cxnLst/>
              <a:rect l="l" t="t" r="r" b="b"/>
              <a:pathLst>
                <a:path w="304800" h="317500">
                  <a:moveTo>
                    <a:pt x="25273" y="0"/>
                  </a:moveTo>
                  <a:cubicBezTo>
                    <a:pt x="18288" y="0"/>
                    <a:pt x="12319" y="2540"/>
                    <a:pt x="7493" y="7493"/>
                  </a:cubicBezTo>
                  <a:cubicBezTo>
                    <a:pt x="2667" y="12446"/>
                    <a:pt x="0" y="18415"/>
                    <a:pt x="0" y="25400"/>
                  </a:cubicBezTo>
                  <a:lnTo>
                    <a:pt x="0" y="292100"/>
                  </a:lnTo>
                  <a:cubicBezTo>
                    <a:pt x="0" y="299085"/>
                    <a:pt x="2540" y="305054"/>
                    <a:pt x="7493" y="310007"/>
                  </a:cubicBezTo>
                  <a:cubicBezTo>
                    <a:pt x="12446" y="314960"/>
                    <a:pt x="18415" y="317500"/>
                    <a:pt x="25400" y="317500"/>
                  </a:cubicBezTo>
                  <a:lnTo>
                    <a:pt x="279400" y="317500"/>
                  </a:lnTo>
                  <a:cubicBezTo>
                    <a:pt x="286385" y="317500"/>
                    <a:pt x="292354" y="314960"/>
                    <a:pt x="297307" y="310007"/>
                  </a:cubicBezTo>
                  <a:cubicBezTo>
                    <a:pt x="302260" y="305054"/>
                    <a:pt x="304800" y="299085"/>
                    <a:pt x="304800" y="292100"/>
                  </a:cubicBezTo>
                  <a:lnTo>
                    <a:pt x="304800" y="25400"/>
                  </a:lnTo>
                  <a:cubicBezTo>
                    <a:pt x="304800" y="18415"/>
                    <a:pt x="302260" y="12446"/>
                    <a:pt x="297307" y="7493"/>
                  </a:cubicBezTo>
                  <a:cubicBezTo>
                    <a:pt x="292354" y="2540"/>
                    <a:pt x="286512" y="0"/>
                    <a:pt x="279527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076825" y="5305425"/>
            <a:ext cx="107899" cy="107899"/>
          </a:xfrm>
          <a:custGeom>
            <a:avLst/>
            <a:gdLst/>
            <a:ahLst/>
            <a:cxnLst/>
            <a:rect l="l" t="t" r="r" b="b"/>
            <a:pathLst>
              <a:path w="107899" h="107899">
                <a:moveTo>
                  <a:pt x="0" y="0"/>
                </a:moveTo>
                <a:lnTo>
                  <a:pt x="107899" y="0"/>
                </a:lnTo>
                <a:lnTo>
                  <a:pt x="107899" y="107899"/>
                </a:lnTo>
                <a:lnTo>
                  <a:pt x="0" y="1078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737222" y="1641472"/>
            <a:ext cx="5156197" cy="5413372"/>
            <a:chOff x="0" y="0"/>
            <a:chExt cx="5156200" cy="5413375"/>
          </a:xfrm>
        </p:grpSpPr>
        <p:sp>
          <p:nvSpPr>
            <p:cNvPr id="9" name="Freeform 9"/>
            <p:cNvSpPr/>
            <p:nvPr/>
          </p:nvSpPr>
          <p:spPr>
            <a:xfrm>
              <a:off x="73025" y="73152"/>
              <a:ext cx="5010023" cy="5267071"/>
            </a:xfrm>
            <a:custGeom>
              <a:avLst/>
              <a:gdLst/>
              <a:ahLst/>
              <a:cxnLst/>
              <a:rect l="l" t="t" r="r" b="b"/>
              <a:pathLst>
                <a:path w="5010023" h="5267071">
                  <a:moveTo>
                    <a:pt x="0" y="5255260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4998212" y="0"/>
                  </a:lnTo>
                  <a:cubicBezTo>
                    <a:pt x="5001514" y="0"/>
                    <a:pt x="5004308" y="1143"/>
                    <a:pt x="5006594" y="3429"/>
                  </a:cubicBezTo>
                  <a:cubicBezTo>
                    <a:pt x="5008880" y="5715"/>
                    <a:pt x="5010023" y="8509"/>
                    <a:pt x="5010023" y="11811"/>
                  </a:cubicBezTo>
                  <a:lnTo>
                    <a:pt x="5010023" y="5255260"/>
                  </a:lnTo>
                  <a:cubicBezTo>
                    <a:pt x="5010023" y="5258562"/>
                    <a:pt x="5008880" y="5261356"/>
                    <a:pt x="5006594" y="5263642"/>
                  </a:cubicBezTo>
                  <a:cubicBezTo>
                    <a:pt x="5004308" y="5265928"/>
                    <a:pt x="5001514" y="5267071"/>
                    <a:pt x="4998212" y="5267071"/>
                  </a:cubicBezTo>
                  <a:lnTo>
                    <a:pt x="11938" y="5267071"/>
                  </a:lnTo>
                  <a:cubicBezTo>
                    <a:pt x="8636" y="5267071"/>
                    <a:pt x="5842" y="5265928"/>
                    <a:pt x="3556" y="5263642"/>
                  </a:cubicBezTo>
                  <a:cubicBezTo>
                    <a:pt x="1270" y="5261356"/>
                    <a:pt x="127" y="5258562"/>
                    <a:pt x="127" y="5255260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5029073" cy="5286248"/>
            </a:xfrm>
            <a:custGeom>
              <a:avLst/>
              <a:gdLst/>
              <a:ahLst/>
              <a:cxnLst/>
              <a:rect l="l" t="t" r="r" b="b"/>
              <a:pathLst>
                <a:path w="5029073" h="5286248">
                  <a:moveTo>
                    <a:pt x="0" y="5264912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5007737" y="0"/>
                  </a:lnTo>
                  <a:lnTo>
                    <a:pt x="5007737" y="9525"/>
                  </a:lnTo>
                  <a:lnTo>
                    <a:pt x="5007737" y="0"/>
                  </a:lnTo>
                  <a:cubicBezTo>
                    <a:pt x="5013579" y="0"/>
                    <a:pt x="5018786" y="2159"/>
                    <a:pt x="5022850" y="6223"/>
                  </a:cubicBezTo>
                  <a:lnTo>
                    <a:pt x="5016119" y="12954"/>
                  </a:lnTo>
                  <a:lnTo>
                    <a:pt x="5022850" y="6223"/>
                  </a:lnTo>
                  <a:cubicBezTo>
                    <a:pt x="5026914" y="10287"/>
                    <a:pt x="5029073" y="15621"/>
                    <a:pt x="5029073" y="21336"/>
                  </a:cubicBezTo>
                  <a:lnTo>
                    <a:pt x="5029073" y="5264912"/>
                  </a:lnTo>
                  <a:cubicBezTo>
                    <a:pt x="5029073" y="5270754"/>
                    <a:pt x="5026914" y="5275961"/>
                    <a:pt x="5022850" y="5280025"/>
                  </a:cubicBezTo>
                  <a:lnTo>
                    <a:pt x="5016119" y="5273294"/>
                  </a:lnTo>
                  <a:lnTo>
                    <a:pt x="5022850" y="5280025"/>
                  </a:lnTo>
                  <a:cubicBezTo>
                    <a:pt x="5018786" y="5284089"/>
                    <a:pt x="5013452" y="5286248"/>
                    <a:pt x="5007737" y="5286248"/>
                  </a:cubicBezTo>
                  <a:lnTo>
                    <a:pt x="5007737" y="5276723"/>
                  </a:lnTo>
                  <a:lnTo>
                    <a:pt x="5007737" y="5286248"/>
                  </a:lnTo>
                  <a:lnTo>
                    <a:pt x="21463" y="5286248"/>
                  </a:lnTo>
                  <a:lnTo>
                    <a:pt x="21463" y="5276723"/>
                  </a:lnTo>
                  <a:lnTo>
                    <a:pt x="21463" y="5286248"/>
                  </a:lnTo>
                  <a:cubicBezTo>
                    <a:pt x="15621" y="5286248"/>
                    <a:pt x="10414" y="5284089"/>
                    <a:pt x="6350" y="5280025"/>
                  </a:cubicBezTo>
                  <a:cubicBezTo>
                    <a:pt x="2286" y="5275961"/>
                    <a:pt x="127" y="5270627"/>
                    <a:pt x="127" y="5264912"/>
                  </a:cubicBezTo>
                  <a:lnTo>
                    <a:pt x="9652" y="5264912"/>
                  </a:lnTo>
                  <a:lnTo>
                    <a:pt x="0" y="5264912"/>
                  </a:lnTo>
                  <a:moveTo>
                    <a:pt x="19050" y="5264912"/>
                  </a:moveTo>
                  <a:cubicBezTo>
                    <a:pt x="19050" y="5265674"/>
                    <a:pt x="19177" y="5266055"/>
                    <a:pt x="19685" y="5266563"/>
                  </a:cubicBezTo>
                  <a:lnTo>
                    <a:pt x="12954" y="5273294"/>
                  </a:lnTo>
                  <a:lnTo>
                    <a:pt x="19685" y="5266563"/>
                  </a:lnTo>
                  <a:cubicBezTo>
                    <a:pt x="20193" y="5267071"/>
                    <a:pt x="20574" y="5267198"/>
                    <a:pt x="21336" y="5267198"/>
                  </a:cubicBezTo>
                  <a:lnTo>
                    <a:pt x="5007737" y="5267198"/>
                  </a:lnTo>
                  <a:cubicBezTo>
                    <a:pt x="5008499" y="5267198"/>
                    <a:pt x="5008880" y="5267071"/>
                    <a:pt x="5009388" y="5266563"/>
                  </a:cubicBezTo>
                  <a:cubicBezTo>
                    <a:pt x="5009896" y="5266055"/>
                    <a:pt x="5010150" y="5265674"/>
                    <a:pt x="5010150" y="5264912"/>
                  </a:cubicBezTo>
                  <a:lnTo>
                    <a:pt x="5019675" y="5264912"/>
                  </a:lnTo>
                  <a:lnTo>
                    <a:pt x="5010150" y="5264912"/>
                  </a:lnTo>
                  <a:lnTo>
                    <a:pt x="5010150" y="21463"/>
                  </a:lnTo>
                  <a:lnTo>
                    <a:pt x="5019675" y="21463"/>
                  </a:lnTo>
                  <a:lnTo>
                    <a:pt x="5010150" y="21463"/>
                  </a:lnTo>
                  <a:cubicBezTo>
                    <a:pt x="5010150" y="20701"/>
                    <a:pt x="5010023" y="20320"/>
                    <a:pt x="5009388" y="19812"/>
                  </a:cubicBezTo>
                  <a:cubicBezTo>
                    <a:pt x="5008753" y="19304"/>
                    <a:pt x="5008499" y="19177"/>
                    <a:pt x="500773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5264912"/>
                  </a:lnTo>
                  <a:close/>
                </a:path>
              </a:pathLst>
            </a:custGeom>
            <a:solidFill>
              <a:srgbClr val="CBC5B8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00075" y="869613"/>
            <a:ext cx="6886518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Relevant Research Papers (Verified Sources)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0575" y="1842830"/>
            <a:ext cx="893197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9774" y="2311232"/>
            <a:ext cx="33747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1225" y="1842830"/>
            <a:ext cx="893197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5048" y="2311232"/>
            <a:ext cx="33747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0575" y="2282657"/>
            <a:ext cx="4618892" cy="2568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AnOutlier Detection Framework for Air Quality Index Prediction Using Linear and Ensemble Models</a:t>
            </a:r>
          </a:p>
          <a:p>
            <a:pPr algn="l">
              <a:lnSpc>
                <a:spcPts val="2137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Authors: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P.K. Dongre, V. Patel, U. Bhoi, N.N. Maltare</a:t>
            </a:r>
          </a:p>
          <a:p>
            <a:pPr algn="l">
              <a:lnSpc>
                <a:spcPts val="2137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Year: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2025</a:t>
            </a:r>
          </a:p>
          <a:p>
            <a:pPr algn="l">
              <a:lnSpc>
                <a:spcPts val="23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Focus: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AQI prediction using Linear,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Ridge and Lasso </a:t>
            </a:r>
          </a:p>
          <a:p>
            <a:pPr algn="l">
              <a:lnSpc>
                <a:spcPts val="202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Regression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and ensemble models.</a:t>
            </a:r>
          </a:p>
          <a:p>
            <a:pPr algn="l">
              <a:lnSpc>
                <a:spcPts val="23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Finding: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Extra Trees performed best after outlier refinement.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 PDF / SOURCE:</a:t>
            </a:r>
          </a:p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Open Paper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91225" y="2311232"/>
            <a:ext cx="472755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PredictingAir Quality Index Using Machine Learning: A Case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1225" y="2558882"/>
            <a:ext cx="4698406" cy="376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Study of Delhi, India</a:t>
            </a:r>
          </a:p>
          <a:p>
            <a:pPr algn="l">
              <a:lnSpc>
                <a:spcPts val="21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Authors: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P. Chanchlani, R. Solanki, P. Bhansari, J.A.A. Jothi, E. Rajasekar</a:t>
            </a:r>
          </a:p>
          <a:p>
            <a:pPr algn="l">
              <a:lnSpc>
                <a:spcPts val="23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Year: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2025</a:t>
            </a:r>
          </a:p>
          <a:p>
            <a:pPr algn="l">
              <a:lnSpc>
                <a:spcPts val="202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Focus: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Compares Linear,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Lasso, Ridge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Decision Tree, Random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Forest, CatBoost, XGBoost and other models.</a:t>
            </a:r>
          </a:p>
          <a:p>
            <a:pPr algn="l">
              <a:lnSpc>
                <a:spcPts val="21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Finding: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CatBoost performed best under 5-fold cross- validation, while AdaBoost performed best under hold-out validation.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PAPER:</a:t>
            </a:r>
          </a:p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Open Paper 2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https://www.sciencedirect.com/science/article/pii/S2772662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225000025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6502" y="5300224"/>
            <a:ext cx="951500" cy="17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093" spc="1">
                <a:solidFill>
                  <a:srgbClr val="4A4A45"/>
                </a:solidFill>
                <a:latin typeface="Open Sans 2"/>
                <a:ea typeface="Open Sans 2"/>
                <a:cs typeface="Open Sans 2"/>
                <a:sym typeface="Open Sans 2"/>
                <a:hlinkClick r:id="rId8" tooltip="https://www.researchgate.net/publication/374600748_Comparative_Analysis_Study_for_Air_Quality_Prediction_in_Smart_Cities_Using_Regression_Techniques"/>
              </a:rPr>
              <a:t>ResearchGate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76525" y="5520881"/>
            <a:ext cx="2550100" cy="78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214" b="1" spc="1">
                <a:solidFill>
                  <a:srgbClr val="4A4A45"/>
                </a:solidFill>
                <a:latin typeface="Open Sans 2 Bold"/>
                <a:ea typeface="Open Sans 2 Bold"/>
                <a:cs typeface="Open Sans 2 Bold"/>
                <a:sym typeface="Open Sans 2 Bold"/>
                <a:hlinkClick r:id="rId8" tooltip="https://www.researchgate.net/publication/374600748_Comparative_Analysis_Study_for_Air_Quality_Prediction_in_Smart_Cities_Using_Regression_Techniques"/>
              </a:rPr>
              <a:t>(PDF) Comparative Analysis S… </a:t>
            </a:r>
            <a:r>
              <a:rPr lang="en-US" sz="1214" spc="1">
                <a:solidFill>
                  <a:srgbClr val="4A4A45"/>
                </a:solidFill>
                <a:latin typeface="Open Sans 2"/>
                <a:ea typeface="Open Sans 2"/>
                <a:cs typeface="Open Sans 2"/>
                <a:sym typeface="Open Sans 2"/>
                <a:hlinkClick r:id="rId8" tooltip="https://www.researchgate.net/publication/374600748_Comparative_Analysis_Study_for_Air_Quality_Prediction_in_Smart_Cities_Using_Regression_Techniques"/>
              </a:rPr>
              <a:t>PDF | Air pollution has detrimental</a:t>
            </a:r>
          </a:p>
          <a:p>
            <a:pPr algn="l">
              <a:lnSpc>
                <a:spcPts val="1649"/>
              </a:lnSpc>
            </a:pPr>
            <a:r>
              <a:rPr lang="en-US" sz="1214" spc="1">
                <a:solidFill>
                  <a:srgbClr val="4A4A45"/>
                </a:solidFill>
                <a:latin typeface="Open Sans 2"/>
                <a:ea typeface="Open Sans 2"/>
                <a:cs typeface="Open Sans 2"/>
                <a:sym typeface="Open Sans 2"/>
                <a:hlinkClick r:id="rId8" tooltip="https://www.researchgate.net/publication/374600748_Comparative_Analysis_Study_for_Air_Quality_Prediction_in_Smart_Cities_Using_Regression_Techniques"/>
              </a:rPr>
              <a:t>impacts on our physical health an…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572" y="3993994"/>
            <a:ext cx="517522" cy="517522"/>
            <a:chOff x="0" y="0"/>
            <a:chExt cx="517525" cy="5175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390652" cy="390652"/>
            </a:xfrm>
            <a:custGeom>
              <a:avLst/>
              <a:gdLst/>
              <a:ahLst/>
              <a:cxnLst/>
              <a:rect l="l" t="t" r="r" b="b"/>
              <a:pathLst>
                <a:path w="390652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69062"/>
                  </a:lnTo>
                  <a:cubicBezTo>
                    <a:pt x="390652" y="371856"/>
                    <a:pt x="390144" y="374650"/>
                    <a:pt x="389001" y="377317"/>
                  </a:cubicBezTo>
                  <a:cubicBezTo>
                    <a:pt x="387858" y="379984"/>
                    <a:pt x="386334" y="382270"/>
                    <a:pt x="384302" y="384302"/>
                  </a:cubicBezTo>
                  <a:cubicBezTo>
                    <a:pt x="382270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289071" y="169056"/>
              <a:ext cx="25934" cy="91800"/>
            </a:xfrm>
            <a:custGeom>
              <a:avLst/>
              <a:gdLst/>
              <a:ahLst/>
              <a:cxnLst/>
              <a:rect l="l" t="t" r="r" b="b"/>
              <a:pathLst>
                <a:path w="25934" h="91800">
                  <a:moveTo>
                    <a:pt x="9252" y="84690"/>
                  </a:moveTo>
                  <a:cubicBezTo>
                    <a:pt x="12681" y="74022"/>
                    <a:pt x="13570" y="69831"/>
                    <a:pt x="14078" y="66529"/>
                  </a:cubicBezTo>
                  <a:lnTo>
                    <a:pt x="19666" y="67291"/>
                  </a:lnTo>
                  <a:lnTo>
                    <a:pt x="13951" y="66783"/>
                  </a:lnTo>
                  <a:cubicBezTo>
                    <a:pt x="14459" y="60814"/>
                    <a:pt x="14586" y="56242"/>
                    <a:pt x="14459" y="51035"/>
                  </a:cubicBezTo>
                  <a:lnTo>
                    <a:pt x="20174" y="50908"/>
                  </a:lnTo>
                  <a:lnTo>
                    <a:pt x="14459" y="51416"/>
                  </a:lnTo>
                  <a:cubicBezTo>
                    <a:pt x="13951" y="45574"/>
                    <a:pt x="13316" y="40748"/>
                    <a:pt x="12427" y="36430"/>
                  </a:cubicBezTo>
                  <a:lnTo>
                    <a:pt x="18015" y="35287"/>
                  </a:lnTo>
                  <a:lnTo>
                    <a:pt x="12554" y="36684"/>
                  </a:lnTo>
                  <a:cubicBezTo>
                    <a:pt x="11411" y="32239"/>
                    <a:pt x="9887" y="27413"/>
                    <a:pt x="7728" y="22206"/>
                  </a:cubicBezTo>
                  <a:lnTo>
                    <a:pt x="13062" y="20047"/>
                  </a:lnTo>
                  <a:lnTo>
                    <a:pt x="7855" y="22333"/>
                  </a:lnTo>
                  <a:cubicBezTo>
                    <a:pt x="5696" y="17634"/>
                    <a:pt x="3410" y="12935"/>
                    <a:pt x="743" y="8490"/>
                  </a:cubicBezTo>
                  <a:cubicBezTo>
                    <a:pt x="-781" y="5823"/>
                    <a:pt x="108" y="2267"/>
                    <a:pt x="2775" y="743"/>
                  </a:cubicBezTo>
                  <a:cubicBezTo>
                    <a:pt x="5442" y="-781"/>
                    <a:pt x="8998" y="108"/>
                    <a:pt x="10522" y="2775"/>
                  </a:cubicBezTo>
                  <a:cubicBezTo>
                    <a:pt x="13316" y="7601"/>
                    <a:pt x="15856" y="12554"/>
                    <a:pt x="18142" y="17634"/>
                  </a:cubicBezTo>
                  <a:cubicBezTo>
                    <a:pt x="18142" y="17761"/>
                    <a:pt x="18142" y="17761"/>
                    <a:pt x="18269" y="17888"/>
                  </a:cubicBezTo>
                  <a:cubicBezTo>
                    <a:pt x="20555" y="23730"/>
                    <a:pt x="22206" y="28937"/>
                    <a:pt x="23476" y="33763"/>
                  </a:cubicBezTo>
                  <a:cubicBezTo>
                    <a:pt x="23476" y="33890"/>
                    <a:pt x="23476" y="34017"/>
                    <a:pt x="23603" y="34017"/>
                  </a:cubicBezTo>
                  <a:cubicBezTo>
                    <a:pt x="24619" y="38970"/>
                    <a:pt x="25254" y="44050"/>
                    <a:pt x="25889" y="50273"/>
                  </a:cubicBezTo>
                  <a:cubicBezTo>
                    <a:pt x="25889" y="50400"/>
                    <a:pt x="25889" y="50527"/>
                    <a:pt x="25889" y="50654"/>
                  </a:cubicBezTo>
                  <a:cubicBezTo>
                    <a:pt x="26016" y="56242"/>
                    <a:pt x="25889" y="61322"/>
                    <a:pt x="25254" y="67672"/>
                  </a:cubicBezTo>
                  <a:cubicBezTo>
                    <a:pt x="25254" y="67799"/>
                    <a:pt x="25254" y="67926"/>
                    <a:pt x="25254" y="67926"/>
                  </a:cubicBezTo>
                  <a:cubicBezTo>
                    <a:pt x="24619" y="72117"/>
                    <a:pt x="23476" y="76943"/>
                    <a:pt x="20047" y="87865"/>
                  </a:cubicBezTo>
                  <a:cubicBezTo>
                    <a:pt x="19031" y="90913"/>
                    <a:pt x="15856" y="92437"/>
                    <a:pt x="12808" y="91548"/>
                  </a:cubicBezTo>
                  <a:cubicBezTo>
                    <a:pt x="9760" y="90659"/>
                    <a:pt x="8236" y="87357"/>
                    <a:pt x="9125" y="84309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19362" y="127561"/>
              <a:ext cx="169405" cy="194415"/>
            </a:xfrm>
            <a:custGeom>
              <a:avLst/>
              <a:gdLst/>
              <a:ahLst/>
              <a:cxnLst/>
              <a:rect l="l" t="t" r="r" b="b"/>
              <a:pathLst>
                <a:path w="169405" h="194415">
                  <a:moveTo>
                    <a:pt x="89807" y="11250"/>
                  </a:moveTo>
                  <a:cubicBezTo>
                    <a:pt x="79139" y="12774"/>
                    <a:pt x="73297" y="14171"/>
                    <a:pt x="68852" y="15441"/>
                  </a:cubicBezTo>
                  <a:lnTo>
                    <a:pt x="67328" y="9980"/>
                  </a:lnTo>
                  <a:lnTo>
                    <a:pt x="69233" y="15314"/>
                  </a:lnTo>
                  <a:cubicBezTo>
                    <a:pt x="64661" y="16965"/>
                    <a:pt x="60089" y="18997"/>
                    <a:pt x="55517" y="21283"/>
                  </a:cubicBezTo>
                  <a:lnTo>
                    <a:pt x="52977" y="16203"/>
                  </a:lnTo>
                  <a:lnTo>
                    <a:pt x="55898" y="21156"/>
                  </a:lnTo>
                  <a:cubicBezTo>
                    <a:pt x="51199" y="23823"/>
                    <a:pt x="46754" y="26998"/>
                    <a:pt x="43325" y="29538"/>
                  </a:cubicBezTo>
                  <a:lnTo>
                    <a:pt x="39769" y="25093"/>
                  </a:lnTo>
                  <a:lnTo>
                    <a:pt x="43452" y="29411"/>
                  </a:lnTo>
                  <a:cubicBezTo>
                    <a:pt x="38880" y="33475"/>
                    <a:pt x="35578" y="36523"/>
                    <a:pt x="32403" y="40079"/>
                  </a:cubicBezTo>
                  <a:lnTo>
                    <a:pt x="28212" y="36269"/>
                  </a:lnTo>
                  <a:lnTo>
                    <a:pt x="32657" y="39825"/>
                  </a:lnTo>
                  <a:cubicBezTo>
                    <a:pt x="28974" y="44397"/>
                    <a:pt x="25672" y="49096"/>
                    <a:pt x="23005" y="53668"/>
                  </a:cubicBezTo>
                  <a:lnTo>
                    <a:pt x="18179" y="50747"/>
                  </a:lnTo>
                  <a:lnTo>
                    <a:pt x="23259" y="53287"/>
                  </a:lnTo>
                  <a:cubicBezTo>
                    <a:pt x="18052" y="63955"/>
                    <a:pt x="16401" y="68527"/>
                    <a:pt x="15004" y="72972"/>
                  </a:cubicBezTo>
                  <a:lnTo>
                    <a:pt x="9543" y="71321"/>
                  </a:lnTo>
                  <a:lnTo>
                    <a:pt x="15004" y="72718"/>
                  </a:lnTo>
                  <a:cubicBezTo>
                    <a:pt x="13861" y="77290"/>
                    <a:pt x="12718" y="83132"/>
                    <a:pt x="11956" y="88847"/>
                  </a:cubicBezTo>
                  <a:lnTo>
                    <a:pt x="6241" y="88085"/>
                  </a:lnTo>
                  <a:lnTo>
                    <a:pt x="11956" y="88466"/>
                  </a:lnTo>
                  <a:cubicBezTo>
                    <a:pt x="11575" y="94054"/>
                    <a:pt x="11575" y="98753"/>
                    <a:pt x="12083" y="104468"/>
                  </a:cubicBezTo>
                  <a:lnTo>
                    <a:pt x="6368" y="104849"/>
                  </a:lnTo>
                  <a:lnTo>
                    <a:pt x="11956" y="104087"/>
                  </a:lnTo>
                  <a:cubicBezTo>
                    <a:pt x="12718" y="109802"/>
                    <a:pt x="13607" y="114501"/>
                    <a:pt x="15004" y="120343"/>
                  </a:cubicBezTo>
                  <a:lnTo>
                    <a:pt x="9416" y="121740"/>
                  </a:lnTo>
                  <a:lnTo>
                    <a:pt x="14877" y="120089"/>
                  </a:lnTo>
                  <a:cubicBezTo>
                    <a:pt x="16274" y="124788"/>
                    <a:pt x="18052" y="129360"/>
                    <a:pt x="20084" y="134059"/>
                  </a:cubicBezTo>
                  <a:lnTo>
                    <a:pt x="14877" y="136345"/>
                  </a:lnTo>
                  <a:lnTo>
                    <a:pt x="19957" y="133678"/>
                  </a:lnTo>
                  <a:cubicBezTo>
                    <a:pt x="22243" y="138250"/>
                    <a:pt x="25164" y="142949"/>
                    <a:pt x="28339" y="147521"/>
                  </a:cubicBezTo>
                  <a:lnTo>
                    <a:pt x="23640" y="150823"/>
                  </a:lnTo>
                  <a:lnTo>
                    <a:pt x="28085" y="147267"/>
                  </a:lnTo>
                  <a:cubicBezTo>
                    <a:pt x="30752" y="150696"/>
                    <a:pt x="33800" y="154125"/>
                    <a:pt x="38499" y="158951"/>
                  </a:cubicBezTo>
                  <a:lnTo>
                    <a:pt x="34435" y="162888"/>
                  </a:lnTo>
                  <a:lnTo>
                    <a:pt x="38245" y="158697"/>
                  </a:lnTo>
                  <a:cubicBezTo>
                    <a:pt x="41674" y="161872"/>
                    <a:pt x="46373" y="165555"/>
                    <a:pt x="50945" y="168730"/>
                  </a:cubicBezTo>
                  <a:lnTo>
                    <a:pt x="47643" y="173429"/>
                  </a:lnTo>
                  <a:lnTo>
                    <a:pt x="50564" y="168476"/>
                  </a:lnTo>
                  <a:cubicBezTo>
                    <a:pt x="56406" y="172032"/>
                    <a:pt x="61105" y="174445"/>
                    <a:pt x="65677" y="176477"/>
                  </a:cubicBezTo>
                  <a:lnTo>
                    <a:pt x="63391" y="181684"/>
                  </a:lnTo>
                  <a:lnTo>
                    <a:pt x="65423" y="176350"/>
                  </a:lnTo>
                  <a:cubicBezTo>
                    <a:pt x="70122" y="178128"/>
                    <a:pt x="75964" y="179906"/>
                    <a:pt x="80536" y="181049"/>
                  </a:cubicBezTo>
                  <a:lnTo>
                    <a:pt x="79139" y="186637"/>
                  </a:lnTo>
                  <a:lnTo>
                    <a:pt x="80155" y="181049"/>
                  </a:lnTo>
                  <a:cubicBezTo>
                    <a:pt x="85997" y="182192"/>
                    <a:pt x="90696" y="182827"/>
                    <a:pt x="95268" y="183081"/>
                  </a:cubicBezTo>
                  <a:lnTo>
                    <a:pt x="94887" y="188796"/>
                  </a:lnTo>
                  <a:lnTo>
                    <a:pt x="94887" y="183081"/>
                  </a:lnTo>
                  <a:cubicBezTo>
                    <a:pt x="100729" y="183081"/>
                    <a:pt x="105301" y="182954"/>
                    <a:pt x="111016" y="182192"/>
                  </a:cubicBezTo>
                  <a:lnTo>
                    <a:pt x="111651" y="187907"/>
                  </a:lnTo>
                  <a:lnTo>
                    <a:pt x="110635" y="182319"/>
                  </a:lnTo>
                  <a:cubicBezTo>
                    <a:pt x="115207" y="181430"/>
                    <a:pt x="119906" y="180287"/>
                    <a:pt x="124478" y="178890"/>
                  </a:cubicBezTo>
                  <a:lnTo>
                    <a:pt x="126129" y="184351"/>
                  </a:lnTo>
                  <a:lnTo>
                    <a:pt x="124097" y="179017"/>
                  </a:lnTo>
                  <a:cubicBezTo>
                    <a:pt x="128796" y="177239"/>
                    <a:pt x="133368" y="175207"/>
                    <a:pt x="138067" y="172794"/>
                  </a:cubicBezTo>
                  <a:lnTo>
                    <a:pt x="140607" y="177874"/>
                  </a:lnTo>
                  <a:lnTo>
                    <a:pt x="137686" y="172921"/>
                  </a:lnTo>
                  <a:cubicBezTo>
                    <a:pt x="142258" y="170127"/>
                    <a:pt x="150513" y="164412"/>
                    <a:pt x="160038" y="156284"/>
                  </a:cubicBezTo>
                  <a:cubicBezTo>
                    <a:pt x="162451" y="154252"/>
                    <a:pt x="166007" y="154506"/>
                    <a:pt x="168039" y="156919"/>
                  </a:cubicBezTo>
                  <a:cubicBezTo>
                    <a:pt x="170071" y="159332"/>
                    <a:pt x="169817" y="162888"/>
                    <a:pt x="167404" y="164920"/>
                  </a:cubicBezTo>
                  <a:cubicBezTo>
                    <a:pt x="157371" y="173429"/>
                    <a:pt x="148735" y="179525"/>
                    <a:pt x="143401" y="182700"/>
                  </a:cubicBezTo>
                  <a:cubicBezTo>
                    <a:pt x="143274" y="182700"/>
                    <a:pt x="143147" y="182827"/>
                    <a:pt x="143020" y="182827"/>
                  </a:cubicBezTo>
                  <a:cubicBezTo>
                    <a:pt x="138067" y="185367"/>
                    <a:pt x="132987" y="187653"/>
                    <a:pt x="127907" y="189558"/>
                  </a:cubicBezTo>
                  <a:cubicBezTo>
                    <a:pt x="127780" y="189558"/>
                    <a:pt x="127653" y="189685"/>
                    <a:pt x="127653" y="189685"/>
                  </a:cubicBezTo>
                  <a:cubicBezTo>
                    <a:pt x="122573" y="191209"/>
                    <a:pt x="117620" y="192479"/>
                    <a:pt x="112540" y="193495"/>
                  </a:cubicBezTo>
                  <a:cubicBezTo>
                    <a:pt x="112413" y="193495"/>
                    <a:pt x="112286" y="193495"/>
                    <a:pt x="112159" y="193495"/>
                  </a:cubicBezTo>
                  <a:cubicBezTo>
                    <a:pt x="105809" y="194257"/>
                    <a:pt x="100729" y="194511"/>
                    <a:pt x="94506" y="194384"/>
                  </a:cubicBezTo>
                  <a:cubicBezTo>
                    <a:pt x="94379" y="194384"/>
                    <a:pt x="94252" y="194384"/>
                    <a:pt x="94125" y="194384"/>
                  </a:cubicBezTo>
                  <a:cubicBezTo>
                    <a:pt x="89045" y="194003"/>
                    <a:pt x="83965" y="193241"/>
                    <a:pt x="77869" y="192098"/>
                  </a:cubicBezTo>
                  <a:cubicBezTo>
                    <a:pt x="77742" y="192098"/>
                    <a:pt x="77615" y="192098"/>
                    <a:pt x="77615" y="191971"/>
                  </a:cubicBezTo>
                  <a:cubicBezTo>
                    <a:pt x="72535" y="190701"/>
                    <a:pt x="66185" y="188796"/>
                    <a:pt x="61105" y="186891"/>
                  </a:cubicBezTo>
                  <a:cubicBezTo>
                    <a:pt x="60978" y="186891"/>
                    <a:pt x="60851" y="186764"/>
                    <a:pt x="60851" y="186764"/>
                  </a:cubicBezTo>
                  <a:cubicBezTo>
                    <a:pt x="55898" y="184478"/>
                    <a:pt x="50818" y="181938"/>
                    <a:pt x="44595" y="178255"/>
                  </a:cubicBezTo>
                  <a:cubicBezTo>
                    <a:pt x="44468" y="178128"/>
                    <a:pt x="44341" y="178128"/>
                    <a:pt x="44214" y="178001"/>
                  </a:cubicBezTo>
                  <a:cubicBezTo>
                    <a:pt x="39261" y="174572"/>
                    <a:pt x="34181" y="170508"/>
                    <a:pt x="30371" y="167079"/>
                  </a:cubicBezTo>
                  <a:cubicBezTo>
                    <a:pt x="30244" y="166952"/>
                    <a:pt x="30244" y="166952"/>
                    <a:pt x="30117" y="166825"/>
                  </a:cubicBezTo>
                  <a:cubicBezTo>
                    <a:pt x="25164" y="161872"/>
                    <a:pt x="21862" y="157935"/>
                    <a:pt x="18941" y="154252"/>
                  </a:cubicBezTo>
                  <a:cubicBezTo>
                    <a:pt x="18814" y="154125"/>
                    <a:pt x="18814" y="154125"/>
                    <a:pt x="18687" y="153998"/>
                  </a:cubicBezTo>
                  <a:cubicBezTo>
                    <a:pt x="15258" y="149045"/>
                    <a:pt x="12083" y="143838"/>
                    <a:pt x="9543" y="138885"/>
                  </a:cubicBezTo>
                  <a:cubicBezTo>
                    <a:pt x="9543" y="138758"/>
                    <a:pt x="9416" y="138631"/>
                    <a:pt x="9416" y="138504"/>
                  </a:cubicBezTo>
                  <a:cubicBezTo>
                    <a:pt x="7257" y="133424"/>
                    <a:pt x="5352" y="128471"/>
                    <a:pt x="3828" y="123391"/>
                  </a:cubicBezTo>
                  <a:cubicBezTo>
                    <a:pt x="3828" y="123264"/>
                    <a:pt x="3828" y="123137"/>
                    <a:pt x="3701" y="123137"/>
                  </a:cubicBezTo>
                  <a:cubicBezTo>
                    <a:pt x="2177" y="116914"/>
                    <a:pt x="1161" y="111834"/>
                    <a:pt x="399" y="105611"/>
                  </a:cubicBezTo>
                  <a:cubicBezTo>
                    <a:pt x="399" y="105484"/>
                    <a:pt x="399" y="105357"/>
                    <a:pt x="399" y="105230"/>
                  </a:cubicBezTo>
                  <a:cubicBezTo>
                    <a:pt x="-109" y="99007"/>
                    <a:pt x="-109" y="93673"/>
                    <a:pt x="272" y="87577"/>
                  </a:cubicBezTo>
                  <a:cubicBezTo>
                    <a:pt x="272" y="87450"/>
                    <a:pt x="272" y="87323"/>
                    <a:pt x="272" y="87196"/>
                  </a:cubicBezTo>
                  <a:cubicBezTo>
                    <a:pt x="1034" y="80973"/>
                    <a:pt x="2304" y="74623"/>
                    <a:pt x="3574" y="69670"/>
                  </a:cubicBezTo>
                  <a:cubicBezTo>
                    <a:pt x="3574" y="69543"/>
                    <a:pt x="3574" y="69543"/>
                    <a:pt x="3701" y="69416"/>
                  </a:cubicBezTo>
                  <a:cubicBezTo>
                    <a:pt x="5225" y="64336"/>
                    <a:pt x="7257" y="59129"/>
                    <a:pt x="12591" y="48207"/>
                  </a:cubicBezTo>
                  <a:cubicBezTo>
                    <a:pt x="12718" y="48080"/>
                    <a:pt x="12718" y="47953"/>
                    <a:pt x="12845" y="47699"/>
                  </a:cubicBezTo>
                  <a:cubicBezTo>
                    <a:pt x="15893" y="42746"/>
                    <a:pt x="19449" y="37666"/>
                    <a:pt x="23386" y="32586"/>
                  </a:cubicBezTo>
                  <a:cubicBezTo>
                    <a:pt x="23513" y="32459"/>
                    <a:pt x="23513" y="32459"/>
                    <a:pt x="23640" y="32332"/>
                  </a:cubicBezTo>
                  <a:cubicBezTo>
                    <a:pt x="27196" y="28522"/>
                    <a:pt x="30625" y="24966"/>
                    <a:pt x="35578" y="20775"/>
                  </a:cubicBezTo>
                  <a:cubicBezTo>
                    <a:pt x="35705" y="20648"/>
                    <a:pt x="35705" y="20648"/>
                    <a:pt x="35832" y="20521"/>
                  </a:cubicBezTo>
                  <a:cubicBezTo>
                    <a:pt x="39642" y="17600"/>
                    <a:pt x="44595" y="14171"/>
                    <a:pt x="49675" y="11250"/>
                  </a:cubicBezTo>
                  <a:cubicBezTo>
                    <a:pt x="49802" y="11250"/>
                    <a:pt x="49929" y="11123"/>
                    <a:pt x="49929" y="11123"/>
                  </a:cubicBezTo>
                  <a:cubicBezTo>
                    <a:pt x="54882" y="8583"/>
                    <a:pt x="59962" y="6424"/>
                    <a:pt x="65042" y="4646"/>
                  </a:cubicBezTo>
                  <a:cubicBezTo>
                    <a:pt x="65169" y="4646"/>
                    <a:pt x="65296" y="4519"/>
                    <a:pt x="65423" y="4519"/>
                  </a:cubicBezTo>
                  <a:cubicBezTo>
                    <a:pt x="70503" y="2995"/>
                    <a:pt x="76853" y="1598"/>
                    <a:pt x="87902" y="74"/>
                  </a:cubicBezTo>
                  <a:cubicBezTo>
                    <a:pt x="91077" y="-434"/>
                    <a:pt x="93871" y="1725"/>
                    <a:pt x="94379" y="4900"/>
                  </a:cubicBezTo>
                  <a:cubicBezTo>
                    <a:pt x="94887" y="8075"/>
                    <a:pt x="92728" y="10869"/>
                    <a:pt x="89553" y="11377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78365" y="249875"/>
              <a:ext cx="31208" cy="43387"/>
            </a:xfrm>
            <a:custGeom>
              <a:avLst/>
              <a:gdLst/>
              <a:ahLst/>
              <a:cxnLst/>
              <a:rect l="l" t="t" r="r" b="b"/>
              <a:pathLst>
                <a:path w="31208" h="43387">
                  <a:moveTo>
                    <a:pt x="1416" y="33716"/>
                  </a:moveTo>
                  <a:cubicBezTo>
                    <a:pt x="9671" y="24953"/>
                    <a:pt x="15894" y="15047"/>
                    <a:pt x="20085" y="3744"/>
                  </a:cubicBezTo>
                  <a:cubicBezTo>
                    <a:pt x="21228" y="823"/>
                    <a:pt x="24403" y="-701"/>
                    <a:pt x="27451" y="315"/>
                  </a:cubicBezTo>
                  <a:cubicBezTo>
                    <a:pt x="30499" y="1331"/>
                    <a:pt x="31896" y="4633"/>
                    <a:pt x="30880" y="7681"/>
                  </a:cubicBezTo>
                  <a:cubicBezTo>
                    <a:pt x="26181" y="20381"/>
                    <a:pt x="19196" y="31684"/>
                    <a:pt x="9798" y="41590"/>
                  </a:cubicBezTo>
                  <a:cubicBezTo>
                    <a:pt x="7639" y="43876"/>
                    <a:pt x="4083" y="44003"/>
                    <a:pt x="1797" y="41844"/>
                  </a:cubicBezTo>
                  <a:cubicBezTo>
                    <a:pt x="-489" y="39685"/>
                    <a:pt x="-616" y="36129"/>
                    <a:pt x="1543" y="33843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77812" y="282432"/>
              <a:ext cx="110490" cy="110141"/>
            </a:xfrm>
            <a:custGeom>
              <a:avLst/>
              <a:gdLst/>
              <a:ahLst/>
              <a:cxnLst/>
              <a:rect l="l" t="t" r="r" b="b"/>
              <a:pathLst>
                <a:path w="110490" h="110141">
                  <a:moveTo>
                    <a:pt x="100775" y="108347"/>
                  </a:moveTo>
                  <a:lnTo>
                    <a:pt x="1715" y="9668"/>
                  </a:lnTo>
                  <a:cubicBezTo>
                    <a:pt x="-571" y="7382"/>
                    <a:pt x="-571" y="3826"/>
                    <a:pt x="1715" y="1667"/>
                  </a:cubicBezTo>
                  <a:cubicBezTo>
                    <a:pt x="4001" y="-492"/>
                    <a:pt x="7557" y="-619"/>
                    <a:pt x="9716" y="1667"/>
                  </a:cubicBezTo>
                  <a:lnTo>
                    <a:pt x="108776" y="100473"/>
                  </a:lnTo>
                  <a:cubicBezTo>
                    <a:pt x="111062" y="102759"/>
                    <a:pt x="111062" y="106315"/>
                    <a:pt x="108776" y="108474"/>
                  </a:cubicBezTo>
                  <a:cubicBezTo>
                    <a:pt x="106490" y="110633"/>
                    <a:pt x="102934" y="110760"/>
                    <a:pt x="100775" y="108474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31189" y="128823"/>
              <a:ext cx="69237" cy="51588"/>
            </a:xfrm>
            <a:custGeom>
              <a:avLst/>
              <a:gdLst/>
              <a:ahLst/>
              <a:cxnLst/>
              <a:rect l="l" t="t" r="r" b="b"/>
              <a:pathLst>
                <a:path w="69237" h="51588">
                  <a:moveTo>
                    <a:pt x="58752" y="48977"/>
                  </a:moveTo>
                  <a:cubicBezTo>
                    <a:pt x="52783" y="39198"/>
                    <a:pt x="45036" y="31070"/>
                    <a:pt x="35638" y="24466"/>
                  </a:cubicBezTo>
                  <a:cubicBezTo>
                    <a:pt x="26240" y="17989"/>
                    <a:pt x="15953" y="13544"/>
                    <a:pt x="4650" y="11385"/>
                  </a:cubicBezTo>
                  <a:cubicBezTo>
                    <a:pt x="1602" y="10750"/>
                    <a:pt x="-430" y="7829"/>
                    <a:pt x="78" y="4654"/>
                  </a:cubicBezTo>
                  <a:cubicBezTo>
                    <a:pt x="586" y="1479"/>
                    <a:pt x="3634" y="-426"/>
                    <a:pt x="6809" y="82"/>
                  </a:cubicBezTo>
                  <a:cubicBezTo>
                    <a:pt x="19636" y="2495"/>
                    <a:pt x="31447" y="7575"/>
                    <a:pt x="42115" y="14941"/>
                  </a:cubicBezTo>
                  <a:lnTo>
                    <a:pt x="38813" y="19640"/>
                  </a:lnTo>
                  <a:lnTo>
                    <a:pt x="42115" y="14941"/>
                  </a:lnTo>
                  <a:cubicBezTo>
                    <a:pt x="52783" y="22434"/>
                    <a:pt x="61673" y="31705"/>
                    <a:pt x="68404" y="42881"/>
                  </a:cubicBezTo>
                  <a:cubicBezTo>
                    <a:pt x="70055" y="45548"/>
                    <a:pt x="69166" y="49104"/>
                    <a:pt x="66499" y="50755"/>
                  </a:cubicBezTo>
                  <a:cubicBezTo>
                    <a:pt x="63832" y="52406"/>
                    <a:pt x="60276" y="51517"/>
                    <a:pt x="58625" y="4885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02674" y="127490"/>
              <a:ext cx="39915" cy="12864"/>
            </a:xfrm>
            <a:custGeom>
              <a:avLst/>
              <a:gdLst/>
              <a:ahLst/>
              <a:cxnLst/>
              <a:rect l="l" t="t" r="r" b="b"/>
              <a:pathLst>
                <a:path w="39915" h="12864">
                  <a:moveTo>
                    <a:pt x="33927" y="12845"/>
                  </a:moveTo>
                  <a:lnTo>
                    <a:pt x="5352" y="11321"/>
                  </a:lnTo>
                  <a:cubicBezTo>
                    <a:pt x="2177" y="11194"/>
                    <a:pt x="-236" y="8527"/>
                    <a:pt x="18" y="5352"/>
                  </a:cubicBezTo>
                  <a:cubicBezTo>
                    <a:pt x="272" y="2177"/>
                    <a:pt x="2812" y="-236"/>
                    <a:pt x="5987" y="18"/>
                  </a:cubicBezTo>
                  <a:lnTo>
                    <a:pt x="34562" y="1542"/>
                  </a:lnTo>
                  <a:cubicBezTo>
                    <a:pt x="37737" y="1669"/>
                    <a:pt x="40150" y="4336"/>
                    <a:pt x="39896" y="7511"/>
                  </a:cubicBezTo>
                  <a:cubicBezTo>
                    <a:pt x="39642" y="10686"/>
                    <a:pt x="37102" y="13099"/>
                    <a:pt x="33927" y="1284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36572" y="2536669"/>
            <a:ext cx="517522" cy="517522"/>
            <a:chOff x="0" y="0"/>
            <a:chExt cx="517525" cy="517525"/>
          </a:xfrm>
        </p:grpSpPr>
        <p:sp>
          <p:nvSpPr>
            <p:cNvPr id="11" name="Freeform 11"/>
            <p:cNvSpPr/>
            <p:nvPr/>
          </p:nvSpPr>
          <p:spPr>
            <a:xfrm>
              <a:off x="63500" y="63500"/>
              <a:ext cx="390652" cy="390652"/>
            </a:xfrm>
            <a:custGeom>
              <a:avLst/>
              <a:gdLst/>
              <a:ahLst/>
              <a:cxnLst/>
              <a:rect l="l" t="t" r="r" b="b"/>
              <a:pathLst>
                <a:path w="390652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69062"/>
                  </a:lnTo>
                  <a:cubicBezTo>
                    <a:pt x="390652" y="371856"/>
                    <a:pt x="390144" y="374650"/>
                    <a:pt x="389001" y="377317"/>
                  </a:cubicBezTo>
                  <a:cubicBezTo>
                    <a:pt x="387858" y="379984"/>
                    <a:pt x="386334" y="382270"/>
                    <a:pt x="384302" y="384302"/>
                  </a:cubicBezTo>
                  <a:cubicBezTo>
                    <a:pt x="382270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191770" y="241483"/>
              <a:ext cx="47376" cy="43498"/>
            </a:xfrm>
            <a:custGeom>
              <a:avLst/>
              <a:gdLst/>
              <a:ahLst/>
              <a:cxnLst/>
              <a:rect l="l" t="t" r="r" b="b"/>
              <a:pathLst>
                <a:path w="47376" h="43498">
                  <a:moveTo>
                    <a:pt x="35687" y="28392"/>
                  </a:moveTo>
                  <a:cubicBezTo>
                    <a:pt x="35560" y="22169"/>
                    <a:pt x="34925" y="19375"/>
                    <a:pt x="34290" y="17851"/>
                  </a:cubicBezTo>
                  <a:lnTo>
                    <a:pt x="39624" y="15692"/>
                  </a:lnTo>
                  <a:lnTo>
                    <a:pt x="34671" y="18613"/>
                  </a:lnTo>
                  <a:cubicBezTo>
                    <a:pt x="33401" y="16581"/>
                    <a:pt x="31750" y="14676"/>
                    <a:pt x="31115" y="13914"/>
                  </a:cubicBezTo>
                  <a:lnTo>
                    <a:pt x="35052" y="9723"/>
                  </a:lnTo>
                  <a:lnTo>
                    <a:pt x="31877" y="14549"/>
                  </a:lnTo>
                  <a:cubicBezTo>
                    <a:pt x="28702" y="12517"/>
                    <a:pt x="26797" y="11755"/>
                    <a:pt x="25146" y="11374"/>
                  </a:cubicBezTo>
                  <a:lnTo>
                    <a:pt x="26543" y="5786"/>
                  </a:lnTo>
                  <a:lnTo>
                    <a:pt x="25908" y="11501"/>
                  </a:lnTo>
                  <a:cubicBezTo>
                    <a:pt x="24257" y="11374"/>
                    <a:pt x="22479" y="11374"/>
                    <a:pt x="18796" y="12136"/>
                  </a:cubicBezTo>
                  <a:lnTo>
                    <a:pt x="17653" y="6421"/>
                  </a:lnTo>
                  <a:lnTo>
                    <a:pt x="19939" y="11755"/>
                  </a:lnTo>
                  <a:cubicBezTo>
                    <a:pt x="18034" y="12517"/>
                    <a:pt x="16510" y="13406"/>
                    <a:pt x="15240" y="14549"/>
                  </a:cubicBezTo>
                  <a:lnTo>
                    <a:pt x="11684" y="9977"/>
                  </a:lnTo>
                  <a:lnTo>
                    <a:pt x="15748" y="14041"/>
                  </a:lnTo>
                  <a:cubicBezTo>
                    <a:pt x="14732" y="15057"/>
                    <a:pt x="12573" y="18232"/>
                    <a:pt x="11684" y="20391"/>
                  </a:cubicBezTo>
                  <a:lnTo>
                    <a:pt x="6350" y="18232"/>
                  </a:lnTo>
                  <a:lnTo>
                    <a:pt x="11938" y="19629"/>
                  </a:lnTo>
                  <a:cubicBezTo>
                    <a:pt x="11684" y="20772"/>
                    <a:pt x="11430" y="22550"/>
                    <a:pt x="11303" y="24582"/>
                  </a:cubicBezTo>
                  <a:lnTo>
                    <a:pt x="5461" y="24582"/>
                  </a:lnTo>
                  <a:lnTo>
                    <a:pt x="11430" y="23947"/>
                  </a:lnTo>
                  <a:cubicBezTo>
                    <a:pt x="11557" y="25090"/>
                    <a:pt x="11938" y="26995"/>
                    <a:pt x="13589" y="30551"/>
                  </a:cubicBezTo>
                  <a:lnTo>
                    <a:pt x="8382" y="32964"/>
                  </a:lnTo>
                  <a:lnTo>
                    <a:pt x="13081" y="29662"/>
                  </a:lnTo>
                  <a:lnTo>
                    <a:pt x="16510" y="34488"/>
                  </a:lnTo>
                  <a:cubicBezTo>
                    <a:pt x="18288" y="37155"/>
                    <a:pt x="17653" y="40711"/>
                    <a:pt x="15113" y="42489"/>
                  </a:cubicBezTo>
                  <a:cubicBezTo>
                    <a:pt x="12573" y="44267"/>
                    <a:pt x="8890" y="43632"/>
                    <a:pt x="7112" y="41092"/>
                  </a:cubicBezTo>
                  <a:lnTo>
                    <a:pt x="3683" y="36266"/>
                  </a:lnTo>
                  <a:cubicBezTo>
                    <a:pt x="3429" y="36012"/>
                    <a:pt x="3302" y="35631"/>
                    <a:pt x="3175" y="35377"/>
                  </a:cubicBezTo>
                  <a:cubicBezTo>
                    <a:pt x="1270" y="31186"/>
                    <a:pt x="381" y="28011"/>
                    <a:pt x="0" y="25217"/>
                  </a:cubicBezTo>
                  <a:cubicBezTo>
                    <a:pt x="0" y="24963"/>
                    <a:pt x="0" y="24709"/>
                    <a:pt x="0" y="24582"/>
                  </a:cubicBezTo>
                  <a:cubicBezTo>
                    <a:pt x="0" y="21788"/>
                    <a:pt x="381" y="19121"/>
                    <a:pt x="889" y="16962"/>
                  </a:cubicBezTo>
                  <a:cubicBezTo>
                    <a:pt x="1016" y="16708"/>
                    <a:pt x="1016" y="16454"/>
                    <a:pt x="1143" y="16200"/>
                  </a:cubicBezTo>
                  <a:cubicBezTo>
                    <a:pt x="2540" y="12644"/>
                    <a:pt x="5461" y="8199"/>
                    <a:pt x="7620" y="6040"/>
                  </a:cubicBezTo>
                  <a:cubicBezTo>
                    <a:pt x="7747" y="5913"/>
                    <a:pt x="8001" y="5659"/>
                    <a:pt x="8128" y="5532"/>
                  </a:cubicBezTo>
                  <a:cubicBezTo>
                    <a:pt x="10287" y="3881"/>
                    <a:pt x="12573" y="2484"/>
                    <a:pt x="15494" y="1341"/>
                  </a:cubicBezTo>
                  <a:cubicBezTo>
                    <a:pt x="15875" y="1214"/>
                    <a:pt x="16256" y="1087"/>
                    <a:pt x="16510" y="960"/>
                  </a:cubicBezTo>
                  <a:cubicBezTo>
                    <a:pt x="21082" y="-56"/>
                    <a:pt x="24130" y="-183"/>
                    <a:pt x="27178" y="198"/>
                  </a:cubicBezTo>
                  <a:cubicBezTo>
                    <a:pt x="27432" y="198"/>
                    <a:pt x="27686" y="325"/>
                    <a:pt x="27940" y="325"/>
                  </a:cubicBezTo>
                  <a:cubicBezTo>
                    <a:pt x="31115" y="1087"/>
                    <a:pt x="34163" y="2357"/>
                    <a:pt x="38227" y="5024"/>
                  </a:cubicBezTo>
                  <a:cubicBezTo>
                    <a:pt x="38481" y="5151"/>
                    <a:pt x="38735" y="5405"/>
                    <a:pt x="38989" y="5659"/>
                  </a:cubicBezTo>
                  <a:cubicBezTo>
                    <a:pt x="40640" y="7183"/>
                    <a:pt x="42926" y="9977"/>
                    <a:pt x="44704" y="12898"/>
                  </a:cubicBezTo>
                  <a:cubicBezTo>
                    <a:pt x="44831" y="13152"/>
                    <a:pt x="44958" y="13406"/>
                    <a:pt x="45085" y="13660"/>
                  </a:cubicBezTo>
                  <a:cubicBezTo>
                    <a:pt x="46482" y="17089"/>
                    <a:pt x="47117" y="21534"/>
                    <a:pt x="47371" y="28265"/>
                  </a:cubicBezTo>
                  <a:cubicBezTo>
                    <a:pt x="47498" y="31440"/>
                    <a:pt x="44958" y="34107"/>
                    <a:pt x="41656" y="34234"/>
                  </a:cubicBezTo>
                  <a:cubicBezTo>
                    <a:pt x="38354" y="34361"/>
                    <a:pt x="35814" y="31821"/>
                    <a:pt x="35687" y="28519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19507" y="142748"/>
              <a:ext cx="11938" cy="234442"/>
            </a:xfrm>
            <a:custGeom>
              <a:avLst/>
              <a:gdLst/>
              <a:ahLst/>
              <a:cxnLst/>
              <a:rect l="l" t="t" r="r" b="b"/>
              <a:pathLst>
                <a:path w="11938" h="234442">
                  <a:moveTo>
                    <a:pt x="11811" y="5842"/>
                  </a:moveTo>
                  <a:lnTo>
                    <a:pt x="11684" y="228600"/>
                  </a:lnTo>
                  <a:cubicBezTo>
                    <a:pt x="11684" y="231775"/>
                    <a:pt x="9144" y="234442"/>
                    <a:pt x="5842" y="234442"/>
                  </a:cubicBezTo>
                  <a:cubicBezTo>
                    <a:pt x="2540" y="234442"/>
                    <a:pt x="0" y="231902"/>
                    <a:pt x="0" y="228600"/>
                  </a:cubicBezTo>
                  <a:lnTo>
                    <a:pt x="254" y="5842"/>
                  </a:lnTo>
                  <a:cubicBezTo>
                    <a:pt x="254" y="2667"/>
                    <a:pt x="2794" y="0"/>
                    <a:pt x="6096" y="0"/>
                  </a:cubicBezTo>
                  <a:cubicBezTo>
                    <a:pt x="9398" y="0"/>
                    <a:pt x="11938" y="2540"/>
                    <a:pt x="11938" y="5842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19507" y="365506"/>
              <a:ext cx="268859" cy="11684"/>
            </a:xfrm>
            <a:custGeom>
              <a:avLst/>
              <a:gdLst/>
              <a:ahLst/>
              <a:cxnLst/>
              <a:rect l="l" t="t" r="r" b="b"/>
              <a:pathLst>
                <a:path w="268859" h="11684">
                  <a:moveTo>
                    <a:pt x="263017" y="11684"/>
                  </a:moveTo>
                  <a:lnTo>
                    <a:pt x="5842" y="11684"/>
                  </a:lnTo>
                  <a:cubicBezTo>
                    <a:pt x="2667" y="11684"/>
                    <a:pt x="0" y="9144"/>
                    <a:pt x="0" y="5842"/>
                  </a:cubicBezTo>
                  <a:cubicBezTo>
                    <a:pt x="0" y="2540"/>
                    <a:pt x="2540" y="0"/>
                    <a:pt x="5842" y="0"/>
                  </a:cubicBezTo>
                  <a:lnTo>
                    <a:pt x="263017" y="0"/>
                  </a:lnTo>
                  <a:cubicBezTo>
                    <a:pt x="266192" y="0"/>
                    <a:pt x="268859" y="2540"/>
                    <a:pt x="268859" y="5842"/>
                  </a:cubicBezTo>
                  <a:cubicBezTo>
                    <a:pt x="268859" y="9144"/>
                    <a:pt x="266319" y="11684"/>
                    <a:pt x="263017" y="11684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97809" y="263804"/>
              <a:ext cx="40926" cy="24915"/>
            </a:xfrm>
            <a:custGeom>
              <a:avLst/>
              <a:gdLst/>
              <a:ahLst/>
              <a:cxnLst/>
              <a:rect l="l" t="t" r="r" b="b"/>
              <a:pathLst>
                <a:path w="40926" h="24915">
                  <a:moveTo>
                    <a:pt x="40824" y="7468"/>
                  </a:moveTo>
                  <a:cubicBezTo>
                    <a:pt x="40189" y="9373"/>
                    <a:pt x="39427" y="11151"/>
                    <a:pt x="38411" y="12929"/>
                  </a:cubicBezTo>
                  <a:cubicBezTo>
                    <a:pt x="37395" y="14580"/>
                    <a:pt x="36252" y="16231"/>
                    <a:pt x="34855" y="17628"/>
                  </a:cubicBezTo>
                  <a:cubicBezTo>
                    <a:pt x="33458" y="19025"/>
                    <a:pt x="31934" y="20295"/>
                    <a:pt x="30156" y="21311"/>
                  </a:cubicBezTo>
                  <a:lnTo>
                    <a:pt x="27108" y="16358"/>
                  </a:lnTo>
                  <a:lnTo>
                    <a:pt x="30156" y="21311"/>
                  </a:lnTo>
                  <a:cubicBezTo>
                    <a:pt x="28505" y="22327"/>
                    <a:pt x="26600" y="23216"/>
                    <a:pt x="24822" y="23724"/>
                  </a:cubicBezTo>
                  <a:cubicBezTo>
                    <a:pt x="22917" y="24359"/>
                    <a:pt x="21012" y="24740"/>
                    <a:pt x="18980" y="24867"/>
                  </a:cubicBezTo>
                  <a:lnTo>
                    <a:pt x="18599" y="19152"/>
                  </a:lnTo>
                  <a:lnTo>
                    <a:pt x="18980" y="24867"/>
                  </a:lnTo>
                  <a:cubicBezTo>
                    <a:pt x="16948" y="24994"/>
                    <a:pt x="15043" y="24867"/>
                    <a:pt x="13011" y="24486"/>
                  </a:cubicBezTo>
                  <a:lnTo>
                    <a:pt x="14027" y="18771"/>
                  </a:lnTo>
                  <a:lnTo>
                    <a:pt x="13011" y="24486"/>
                  </a:lnTo>
                  <a:cubicBezTo>
                    <a:pt x="11106" y="24105"/>
                    <a:pt x="9201" y="23597"/>
                    <a:pt x="7296" y="22708"/>
                  </a:cubicBezTo>
                  <a:cubicBezTo>
                    <a:pt x="5518" y="21946"/>
                    <a:pt x="3740" y="20930"/>
                    <a:pt x="2216" y="19660"/>
                  </a:cubicBezTo>
                  <a:cubicBezTo>
                    <a:pt x="-324" y="17628"/>
                    <a:pt x="-705" y="14072"/>
                    <a:pt x="1200" y="11532"/>
                  </a:cubicBezTo>
                  <a:cubicBezTo>
                    <a:pt x="3105" y="8992"/>
                    <a:pt x="6788" y="8611"/>
                    <a:pt x="9328" y="10516"/>
                  </a:cubicBezTo>
                  <a:cubicBezTo>
                    <a:pt x="10217" y="11151"/>
                    <a:pt x="10979" y="11659"/>
                    <a:pt x="11995" y="12167"/>
                  </a:cubicBezTo>
                  <a:lnTo>
                    <a:pt x="9582" y="17501"/>
                  </a:lnTo>
                  <a:lnTo>
                    <a:pt x="11995" y="12167"/>
                  </a:lnTo>
                  <a:cubicBezTo>
                    <a:pt x="13011" y="12548"/>
                    <a:pt x="13900" y="12929"/>
                    <a:pt x="14916" y="13056"/>
                  </a:cubicBezTo>
                  <a:cubicBezTo>
                    <a:pt x="15932" y="13183"/>
                    <a:pt x="16948" y="13310"/>
                    <a:pt x="18091" y="13183"/>
                  </a:cubicBezTo>
                  <a:cubicBezTo>
                    <a:pt x="19234" y="13056"/>
                    <a:pt x="20123" y="12929"/>
                    <a:pt x="21139" y="12548"/>
                  </a:cubicBezTo>
                  <a:lnTo>
                    <a:pt x="22917" y="18009"/>
                  </a:lnTo>
                  <a:lnTo>
                    <a:pt x="21139" y="12548"/>
                  </a:lnTo>
                  <a:cubicBezTo>
                    <a:pt x="22155" y="12294"/>
                    <a:pt x="23044" y="11786"/>
                    <a:pt x="23933" y="11278"/>
                  </a:cubicBezTo>
                  <a:cubicBezTo>
                    <a:pt x="24822" y="10770"/>
                    <a:pt x="25584" y="10135"/>
                    <a:pt x="26346" y="9373"/>
                  </a:cubicBezTo>
                  <a:lnTo>
                    <a:pt x="30410" y="13437"/>
                  </a:lnTo>
                  <a:lnTo>
                    <a:pt x="26346" y="9373"/>
                  </a:lnTo>
                  <a:cubicBezTo>
                    <a:pt x="27108" y="8611"/>
                    <a:pt x="27743" y="7849"/>
                    <a:pt x="28251" y="6960"/>
                  </a:cubicBezTo>
                  <a:lnTo>
                    <a:pt x="33204" y="9881"/>
                  </a:lnTo>
                  <a:lnTo>
                    <a:pt x="28251" y="6960"/>
                  </a:lnTo>
                  <a:cubicBezTo>
                    <a:pt x="28759" y="6071"/>
                    <a:pt x="29140" y="5055"/>
                    <a:pt x="29521" y="4166"/>
                  </a:cubicBezTo>
                  <a:cubicBezTo>
                    <a:pt x="30410" y="1118"/>
                    <a:pt x="33712" y="-660"/>
                    <a:pt x="36760" y="229"/>
                  </a:cubicBezTo>
                  <a:cubicBezTo>
                    <a:pt x="39808" y="1118"/>
                    <a:pt x="41586" y="4420"/>
                    <a:pt x="40697" y="746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304419" y="177038"/>
              <a:ext cx="50038" cy="50038"/>
            </a:xfrm>
            <a:custGeom>
              <a:avLst/>
              <a:gdLst/>
              <a:ahLst/>
              <a:cxnLst/>
              <a:rect l="l" t="t" r="r" b="b"/>
              <a:pathLst>
                <a:path w="50038" h="50038">
                  <a:moveTo>
                    <a:pt x="50038" y="25019"/>
                  </a:moveTo>
                  <a:cubicBezTo>
                    <a:pt x="50038" y="28321"/>
                    <a:pt x="49403" y="31496"/>
                    <a:pt x="48133" y="34544"/>
                  </a:cubicBezTo>
                  <a:lnTo>
                    <a:pt x="42799" y="32385"/>
                  </a:lnTo>
                  <a:lnTo>
                    <a:pt x="48133" y="34544"/>
                  </a:lnTo>
                  <a:cubicBezTo>
                    <a:pt x="46863" y="37592"/>
                    <a:pt x="45085" y="40259"/>
                    <a:pt x="42672" y="42672"/>
                  </a:cubicBezTo>
                  <a:cubicBezTo>
                    <a:pt x="40386" y="44958"/>
                    <a:pt x="37592" y="46863"/>
                    <a:pt x="34544" y="48133"/>
                  </a:cubicBezTo>
                  <a:cubicBezTo>
                    <a:pt x="31496" y="49403"/>
                    <a:pt x="28321" y="50038"/>
                    <a:pt x="25019" y="50038"/>
                  </a:cubicBezTo>
                  <a:lnTo>
                    <a:pt x="25019" y="44196"/>
                  </a:lnTo>
                  <a:lnTo>
                    <a:pt x="25019" y="50038"/>
                  </a:lnTo>
                  <a:cubicBezTo>
                    <a:pt x="21717" y="50038"/>
                    <a:pt x="18542" y="49403"/>
                    <a:pt x="15494" y="48133"/>
                  </a:cubicBezTo>
                  <a:lnTo>
                    <a:pt x="17653" y="42799"/>
                  </a:lnTo>
                  <a:lnTo>
                    <a:pt x="15494" y="48133"/>
                  </a:lnTo>
                  <a:cubicBezTo>
                    <a:pt x="12446" y="46863"/>
                    <a:pt x="9779" y="45085"/>
                    <a:pt x="7366" y="42672"/>
                  </a:cubicBezTo>
                  <a:lnTo>
                    <a:pt x="11430" y="38608"/>
                  </a:lnTo>
                  <a:lnTo>
                    <a:pt x="7366" y="42672"/>
                  </a:lnTo>
                  <a:cubicBezTo>
                    <a:pt x="5080" y="40386"/>
                    <a:pt x="3175" y="37592"/>
                    <a:pt x="1905" y="34544"/>
                  </a:cubicBezTo>
                  <a:lnTo>
                    <a:pt x="7239" y="32385"/>
                  </a:lnTo>
                  <a:lnTo>
                    <a:pt x="1905" y="34544"/>
                  </a:lnTo>
                  <a:cubicBezTo>
                    <a:pt x="635" y="31496"/>
                    <a:pt x="0" y="28321"/>
                    <a:pt x="0" y="25019"/>
                  </a:cubicBezTo>
                  <a:lnTo>
                    <a:pt x="5842" y="25019"/>
                  </a:lnTo>
                  <a:lnTo>
                    <a:pt x="0" y="25019"/>
                  </a:lnTo>
                  <a:cubicBezTo>
                    <a:pt x="0" y="21717"/>
                    <a:pt x="635" y="18542"/>
                    <a:pt x="1905" y="15494"/>
                  </a:cubicBezTo>
                  <a:lnTo>
                    <a:pt x="7239" y="17653"/>
                  </a:lnTo>
                  <a:lnTo>
                    <a:pt x="1905" y="15494"/>
                  </a:lnTo>
                  <a:cubicBezTo>
                    <a:pt x="3175" y="12446"/>
                    <a:pt x="4953" y="9779"/>
                    <a:pt x="7366" y="7366"/>
                  </a:cubicBezTo>
                  <a:lnTo>
                    <a:pt x="11430" y="11430"/>
                  </a:lnTo>
                  <a:lnTo>
                    <a:pt x="7366" y="7366"/>
                  </a:lnTo>
                  <a:cubicBezTo>
                    <a:pt x="9652" y="5080"/>
                    <a:pt x="12446" y="3175"/>
                    <a:pt x="15494" y="1905"/>
                  </a:cubicBezTo>
                  <a:cubicBezTo>
                    <a:pt x="18542" y="635"/>
                    <a:pt x="21717" y="0"/>
                    <a:pt x="25019" y="0"/>
                  </a:cubicBezTo>
                  <a:lnTo>
                    <a:pt x="25019" y="5842"/>
                  </a:lnTo>
                  <a:lnTo>
                    <a:pt x="25019" y="0"/>
                  </a:lnTo>
                  <a:cubicBezTo>
                    <a:pt x="28321" y="0"/>
                    <a:pt x="31496" y="635"/>
                    <a:pt x="34544" y="1905"/>
                  </a:cubicBezTo>
                  <a:cubicBezTo>
                    <a:pt x="37592" y="3175"/>
                    <a:pt x="40259" y="4953"/>
                    <a:pt x="42672" y="7366"/>
                  </a:cubicBezTo>
                  <a:cubicBezTo>
                    <a:pt x="44958" y="9652"/>
                    <a:pt x="46863" y="12446"/>
                    <a:pt x="48133" y="15494"/>
                  </a:cubicBezTo>
                  <a:lnTo>
                    <a:pt x="42799" y="17653"/>
                  </a:lnTo>
                  <a:lnTo>
                    <a:pt x="48133" y="15494"/>
                  </a:lnTo>
                  <a:cubicBezTo>
                    <a:pt x="49403" y="18542"/>
                    <a:pt x="50038" y="21717"/>
                    <a:pt x="50038" y="25019"/>
                  </a:cubicBezTo>
                  <a:lnTo>
                    <a:pt x="44196" y="25019"/>
                  </a:lnTo>
                  <a:lnTo>
                    <a:pt x="50038" y="25019"/>
                  </a:lnTo>
                  <a:moveTo>
                    <a:pt x="38481" y="25019"/>
                  </a:moveTo>
                  <a:cubicBezTo>
                    <a:pt x="38481" y="23241"/>
                    <a:pt x="38100" y="21590"/>
                    <a:pt x="37465" y="19939"/>
                  </a:cubicBezTo>
                  <a:cubicBezTo>
                    <a:pt x="36830" y="18288"/>
                    <a:pt x="35814" y="16891"/>
                    <a:pt x="34544" y="15621"/>
                  </a:cubicBezTo>
                  <a:lnTo>
                    <a:pt x="38608" y="11557"/>
                  </a:lnTo>
                  <a:lnTo>
                    <a:pt x="34544" y="15621"/>
                  </a:lnTo>
                  <a:cubicBezTo>
                    <a:pt x="33274" y="14351"/>
                    <a:pt x="31877" y="13462"/>
                    <a:pt x="30226" y="12700"/>
                  </a:cubicBezTo>
                  <a:lnTo>
                    <a:pt x="32385" y="7366"/>
                  </a:lnTo>
                  <a:lnTo>
                    <a:pt x="30226" y="12700"/>
                  </a:lnTo>
                  <a:cubicBezTo>
                    <a:pt x="28575" y="12065"/>
                    <a:pt x="26924" y="11684"/>
                    <a:pt x="25146" y="11684"/>
                  </a:cubicBezTo>
                  <a:cubicBezTo>
                    <a:pt x="23368" y="11684"/>
                    <a:pt x="21717" y="12065"/>
                    <a:pt x="20066" y="12700"/>
                  </a:cubicBezTo>
                  <a:lnTo>
                    <a:pt x="17907" y="7366"/>
                  </a:lnTo>
                  <a:lnTo>
                    <a:pt x="20066" y="12700"/>
                  </a:lnTo>
                  <a:cubicBezTo>
                    <a:pt x="18415" y="13335"/>
                    <a:pt x="17018" y="14351"/>
                    <a:pt x="15748" y="15621"/>
                  </a:cubicBezTo>
                  <a:cubicBezTo>
                    <a:pt x="14478" y="16891"/>
                    <a:pt x="13589" y="18288"/>
                    <a:pt x="12827" y="19939"/>
                  </a:cubicBezTo>
                  <a:cubicBezTo>
                    <a:pt x="12192" y="21590"/>
                    <a:pt x="11811" y="23241"/>
                    <a:pt x="11811" y="25019"/>
                  </a:cubicBezTo>
                  <a:cubicBezTo>
                    <a:pt x="11811" y="26797"/>
                    <a:pt x="12192" y="28448"/>
                    <a:pt x="12827" y="30099"/>
                  </a:cubicBezTo>
                  <a:cubicBezTo>
                    <a:pt x="13462" y="31750"/>
                    <a:pt x="14478" y="33147"/>
                    <a:pt x="15748" y="34417"/>
                  </a:cubicBezTo>
                  <a:cubicBezTo>
                    <a:pt x="17018" y="35687"/>
                    <a:pt x="18415" y="36576"/>
                    <a:pt x="20066" y="37338"/>
                  </a:cubicBezTo>
                  <a:cubicBezTo>
                    <a:pt x="21717" y="37973"/>
                    <a:pt x="23368" y="38354"/>
                    <a:pt x="25146" y="38354"/>
                  </a:cubicBezTo>
                  <a:cubicBezTo>
                    <a:pt x="26924" y="38354"/>
                    <a:pt x="28575" y="37973"/>
                    <a:pt x="30226" y="37338"/>
                  </a:cubicBezTo>
                  <a:lnTo>
                    <a:pt x="32385" y="42672"/>
                  </a:lnTo>
                  <a:lnTo>
                    <a:pt x="30226" y="37338"/>
                  </a:lnTo>
                  <a:cubicBezTo>
                    <a:pt x="31877" y="36703"/>
                    <a:pt x="33274" y="35687"/>
                    <a:pt x="34544" y="34417"/>
                  </a:cubicBezTo>
                  <a:lnTo>
                    <a:pt x="38608" y="38481"/>
                  </a:lnTo>
                  <a:lnTo>
                    <a:pt x="34544" y="34417"/>
                  </a:lnTo>
                  <a:cubicBezTo>
                    <a:pt x="35814" y="33147"/>
                    <a:pt x="36703" y="31750"/>
                    <a:pt x="37465" y="30099"/>
                  </a:cubicBezTo>
                  <a:cubicBezTo>
                    <a:pt x="38100" y="28448"/>
                    <a:pt x="38481" y="26797"/>
                    <a:pt x="38481" y="25019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259451" y="212080"/>
              <a:ext cx="63138" cy="80283"/>
            </a:xfrm>
            <a:custGeom>
              <a:avLst/>
              <a:gdLst/>
              <a:ahLst/>
              <a:cxnLst/>
              <a:rect l="l" t="t" r="r" b="b"/>
              <a:pathLst>
                <a:path w="63138" h="80283">
                  <a:moveTo>
                    <a:pt x="61986" y="9281"/>
                  </a:moveTo>
                  <a:lnTo>
                    <a:pt x="10424" y="77988"/>
                  </a:lnTo>
                  <a:cubicBezTo>
                    <a:pt x="8519" y="80528"/>
                    <a:pt x="4836" y="81036"/>
                    <a:pt x="2296" y="79131"/>
                  </a:cubicBezTo>
                  <a:cubicBezTo>
                    <a:pt x="-244" y="77226"/>
                    <a:pt x="-752" y="73543"/>
                    <a:pt x="1153" y="71003"/>
                  </a:cubicBezTo>
                  <a:lnTo>
                    <a:pt x="52715" y="2296"/>
                  </a:lnTo>
                  <a:cubicBezTo>
                    <a:pt x="54620" y="-244"/>
                    <a:pt x="58303" y="-752"/>
                    <a:pt x="60843" y="1153"/>
                  </a:cubicBezTo>
                  <a:cubicBezTo>
                    <a:pt x="63383" y="3058"/>
                    <a:pt x="63891" y="6741"/>
                    <a:pt x="61986" y="9281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227540" y="263837"/>
              <a:ext cx="43649" cy="28459"/>
            </a:xfrm>
            <a:custGeom>
              <a:avLst/>
              <a:gdLst/>
              <a:ahLst/>
              <a:cxnLst/>
              <a:rect l="l" t="t" r="r" b="b"/>
              <a:pathLst>
                <a:path w="43649" h="28459">
                  <a:moveTo>
                    <a:pt x="35096" y="27755"/>
                  </a:moveTo>
                  <a:lnTo>
                    <a:pt x="3092" y="10991"/>
                  </a:lnTo>
                  <a:cubicBezTo>
                    <a:pt x="298" y="9467"/>
                    <a:pt x="-845" y="6038"/>
                    <a:pt x="679" y="3117"/>
                  </a:cubicBezTo>
                  <a:cubicBezTo>
                    <a:pt x="2203" y="196"/>
                    <a:pt x="5632" y="-820"/>
                    <a:pt x="8553" y="704"/>
                  </a:cubicBezTo>
                  <a:lnTo>
                    <a:pt x="40557" y="17468"/>
                  </a:lnTo>
                  <a:cubicBezTo>
                    <a:pt x="43351" y="18992"/>
                    <a:pt x="44494" y="22421"/>
                    <a:pt x="42970" y="25342"/>
                  </a:cubicBezTo>
                  <a:cubicBezTo>
                    <a:pt x="41446" y="28263"/>
                    <a:pt x="38017" y="29279"/>
                    <a:pt x="35096" y="2775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3582" y="273426"/>
              <a:ext cx="55675" cy="59701"/>
            </a:xfrm>
            <a:custGeom>
              <a:avLst/>
              <a:gdLst/>
              <a:ahLst/>
              <a:cxnLst/>
              <a:rect l="l" t="t" r="r" b="b"/>
              <a:pathLst>
                <a:path w="55675" h="59701">
                  <a:moveTo>
                    <a:pt x="1485" y="50043"/>
                  </a:moveTo>
                  <a:lnTo>
                    <a:pt x="45681" y="1910"/>
                  </a:lnTo>
                  <a:cubicBezTo>
                    <a:pt x="47840" y="-503"/>
                    <a:pt x="51523" y="-630"/>
                    <a:pt x="53809" y="1529"/>
                  </a:cubicBezTo>
                  <a:cubicBezTo>
                    <a:pt x="56095" y="3688"/>
                    <a:pt x="56349" y="7371"/>
                    <a:pt x="54190" y="9657"/>
                  </a:cubicBezTo>
                  <a:lnTo>
                    <a:pt x="9994" y="57790"/>
                  </a:lnTo>
                  <a:cubicBezTo>
                    <a:pt x="7835" y="60203"/>
                    <a:pt x="4152" y="60330"/>
                    <a:pt x="1866" y="58171"/>
                  </a:cubicBezTo>
                  <a:cubicBezTo>
                    <a:pt x="-420" y="56012"/>
                    <a:pt x="-674" y="52329"/>
                    <a:pt x="1485" y="50043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36572" y="4936969"/>
            <a:ext cx="517522" cy="517522"/>
            <a:chOff x="0" y="0"/>
            <a:chExt cx="517525" cy="517525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390652" cy="390652"/>
            </a:xfrm>
            <a:custGeom>
              <a:avLst/>
              <a:gdLst/>
              <a:ahLst/>
              <a:cxnLst/>
              <a:rect l="l" t="t" r="r" b="b"/>
              <a:pathLst>
                <a:path w="390652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69062"/>
                  </a:lnTo>
                  <a:cubicBezTo>
                    <a:pt x="390652" y="371856"/>
                    <a:pt x="390144" y="374650"/>
                    <a:pt x="389001" y="377317"/>
                  </a:cubicBezTo>
                  <a:cubicBezTo>
                    <a:pt x="387858" y="379984"/>
                    <a:pt x="386334" y="382270"/>
                    <a:pt x="384302" y="384302"/>
                  </a:cubicBezTo>
                  <a:cubicBezTo>
                    <a:pt x="382270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19883" y="257805"/>
              <a:ext cx="102753" cy="51313"/>
            </a:xfrm>
            <a:custGeom>
              <a:avLst/>
              <a:gdLst/>
              <a:ahLst/>
              <a:cxnLst/>
              <a:rect l="l" t="t" r="r" b="b"/>
              <a:pathLst>
                <a:path w="102753" h="51313">
                  <a:moveTo>
                    <a:pt x="102621" y="6355"/>
                  </a:moveTo>
                  <a:cubicBezTo>
                    <a:pt x="102494" y="10673"/>
                    <a:pt x="101859" y="13975"/>
                    <a:pt x="100716" y="18039"/>
                  </a:cubicBezTo>
                  <a:cubicBezTo>
                    <a:pt x="100716" y="18166"/>
                    <a:pt x="100589" y="18420"/>
                    <a:pt x="100462" y="18547"/>
                  </a:cubicBezTo>
                  <a:cubicBezTo>
                    <a:pt x="98557" y="23246"/>
                    <a:pt x="96271" y="27310"/>
                    <a:pt x="93731" y="30993"/>
                  </a:cubicBezTo>
                  <a:cubicBezTo>
                    <a:pt x="93604" y="31120"/>
                    <a:pt x="93477" y="31247"/>
                    <a:pt x="93350" y="31374"/>
                  </a:cubicBezTo>
                  <a:cubicBezTo>
                    <a:pt x="90683" y="34549"/>
                    <a:pt x="87254" y="37978"/>
                    <a:pt x="83317" y="41153"/>
                  </a:cubicBezTo>
                  <a:cubicBezTo>
                    <a:pt x="83190" y="41280"/>
                    <a:pt x="83063" y="41407"/>
                    <a:pt x="82936" y="41407"/>
                  </a:cubicBezTo>
                  <a:cubicBezTo>
                    <a:pt x="79507" y="43693"/>
                    <a:pt x="75316" y="45979"/>
                    <a:pt x="71506" y="47630"/>
                  </a:cubicBezTo>
                  <a:cubicBezTo>
                    <a:pt x="71379" y="47630"/>
                    <a:pt x="71252" y="47757"/>
                    <a:pt x="71125" y="47757"/>
                  </a:cubicBezTo>
                  <a:cubicBezTo>
                    <a:pt x="66934" y="49154"/>
                    <a:pt x="62489" y="50297"/>
                    <a:pt x="56266" y="51186"/>
                  </a:cubicBezTo>
                  <a:cubicBezTo>
                    <a:pt x="56139" y="51186"/>
                    <a:pt x="56012" y="51186"/>
                    <a:pt x="55885" y="51186"/>
                  </a:cubicBezTo>
                  <a:cubicBezTo>
                    <a:pt x="51440" y="51567"/>
                    <a:pt x="46614" y="51059"/>
                    <a:pt x="40391" y="50043"/>
                  </a:cubicBezTo>
                  <a:cubicBezTo>
                    <a:pt x="40264" y="50043"/>
                    <a:pt x="40010" y="49916"/>
                    <a:pt x="39883" y="49916"/>
                  </a:cubicBezTo>
                  <a:cubicBezTo>
                    <a:pt x="35438" y="48773"/>
                    <a:pt x="31120" y="47249"/>
                    <a:pt x="26802" y="45217"/>
                  </a:cubicBezTo>
                  <a:cubicBezTo>
                    <a:pt x="26675" y="45090"/>
                    <a:pt x="26548" y="45090"/>
                    <a:pt x="26421" y="44963"/>
                  </a:cubicBezTo>
                  <a:cubicBezTo>
                    <a:pt x="22611" y="42804"/>
                    <a:pt x="19309" y="40645"/>
                    <a:pt x="15753" y="37724"/>
                  </a:cubicBezTo>
                  <a:cubicBezTo>
                    <a:pt x="15626" y="37597"/>
                    <a:pt x="15499" y="37470"/>
                    <a:pt x="15372" y="37343"/>
                  </a:cubicBezTo>
                  <a:cubicBezTo>
                    <a:pt x="12324" y="34422"/>
                    <a:pt x="9149" y="30739"/>
                    <a:pt x="6355" y="26675"/>
                  </a:cubicBezTo>
                  <a:cubicBezTo>
                    <a:pt x="6228" y="26548"/>
                    <a:pt x="6101" y="26421"/>
                    <a:pt x="6101" y="26167"/>
                  </a:cubicBezTo>
                  <a:cubicBezTo>
                    <a:pt x="3942" y="22357"/>
                    <a:pt x="2545" y="19055"/>
                    <a:pt x="894" y="14356"/>
                  </a:cubicBezTo>
                  <a:cubicBezTo>
                    <a:pt x="767" y="14102"/>
                    <a:pt x="767" y="13848"/>
                    <a:pt x="767" y="13594"/>
                  </a:cubicBezTo>
                  <a:cubicBezTo>
                    <a:pt x="513" y="12070"/>
                    <a:pt x="259" y="9403"/>
                    <a:pt x="5" y="5974"/>
                  </a:cubicBezTo>
                  <a:cubicBezTo>
                    <a:pt x="-122" y="2799"/>
                    <a:pt x="2164" y="132"/>
                    <a:pt x="5339" y="5"/>
                  </a:cubicBezTo>
                  <a:cubicBezTo>
                    <a:pt x="8514" y="-122"/>
                    <a:pt x="11181" y="2164"/>
                    <a:pt x="11308" y="5339"/>
                  </a:cubicBezTo>
                  <a:cubicBezTo>
                    <a:pt x="11562" y="9022"/>
                    <a:pt x="11689" y="10800"/>
                    <a:pt x="11816" y="11308"/>
                  </a:cubicBezTo>
                  <a:lnTo>
                    <a:pt x="6228" y="12451"/>
                  </a:lnTo>
                  <a:lnTo>
                    <a:pt x="11689" y="10673"/>
                  </a:lnTo>
                  <a:cubicBezTo>
                    <a:pt x="13086" y="14864"/>
                    <a:pt x="14229" y="17404"/>
                    <a:pt x="16007" y="20579"/>
                  </a:cubicBezTo>
                  <a:lnTo>
                    <a:pt x="11054" y="23373"/>
                  </a:lnTo>
                  <a:lnTo>
                    <a:pt x="15753" y="20071"/>
                  </a:lnTo>
                  <a:cubicBezTo>
                    <a:pt x="18166" y="23500"/>
                    <a:pt x="20833" y="26548"/>
                    <a:pt x="23373" y="29088"/>
                  </a:cubicBezTo>
                  <a:lnTo>
                    <a:pt x="19436" y="33152"/>
                  </a:lnTo>
                  <a:lnTo>
                    <a:pt x="22992" y="28707"/>
                  </a:lnTo>
                  <a:cubicBezTo>
                    <a:pt x="26167" y="31247"/>
                    <a:pt x="28834" y="33152"/>
                    <a:pt x="32136" y="34930"/>
                  </a:cubicBezTo>
                  <a:lnTo>
                    <a:pt x="29342" y="39883"/>
                  </a:lnTo>
                  <a:lnTo>
                    <a:pt x="31755" y="34676"/>
                  </a:lnTo>
                  <a:cubicBezTo>
                    <a:pt x="35438" y="36327"/>
                    <a:pt x="39121" y="37724"/>
                    <a:pt x="43058" y="38740"/>
                  </a:cubicBezTo>
                  <a:lnTo>
                    <a:pt x="41661" y="44201"/>
                  </a:lnTo>
                  <a:lnTo>
                    <a:pt x="42550" y="38613"/>
                  </a:lnTo>
                  <a:cubicBezTo>
                    <a:pt x="48392" y="39629"/>
                    <a:pt x="52075" y="39883"/>
                    <a:pt x="55250" y="39629"/>
                  </a:cubicBezTo>
                  <a:lnTo>
                    <a:pt x="55631" y="45344"/>
                  </a:lnTo>
                  <a:lnTo>
                    <a:pt x="54869" y="39756"/>
                  </a:lnTo>
                  <a:cubicBezTo>
                    <a:pt x="60584" y="38994"/>
                    <a:pt x="64267" y="37978"/>
                    <a:pt x="67696" y="36835"/>
                  </a:cubicBezTo>
                  <a:lnTo>
                    <a:pt x="69474" y="42169"/>
                  </a:lnTo>
                  <a:lnTo>
                    <a:pt x="67188" y="36962"/>
                  </a:lnTo>
                  <a:cubicBezTo>
                    <a:pt x="70363" y="35565"/>
                    <a:pt x="73919" y="33660"/>
                    <a:pt x="76840" y="31755"/>
                  </a:cubicBezTo>
                  <a:lnTo>
                    <a:pt x="80015" y="36454"/>
                  </a:lnTo>
                  <a:lnTo>
                    <a:pt x="76459" y="32009"/>
                  </a:lnTo>
                  <a:cubicBezTo>
                    <a:pt x="79761" y="29342"/>
                    <a:pt x="82682" y="26421"/>
                    <a:pt x="84841" y="23881"/>
                  </a:cubicBezTo>
                  <a:lnTo>
                    <a:pt x="89159" y="27564"/>
                  </a:lnTo>
                  <a:lnTo>
                    <a:pt x="84460" y="24389"/>
                  </a:lnTo>
                  <a:cubicBezTo>
                    <a:pt x="86619" y="21341"/>
                    <a:pt x="88397" y="17912"/>
                    <a:pt x="90048" y="13975"/>
                  </a:cubicBezTo>
                  <a:lnTo>
                    <a:pt x="95255" y="16134"/>
                  </a:lnTo>
                  <a:lnTo>
                    <a:pt x="89794" y="14483"/>
                  </a:lnTo>
                  <a:cubicBezTo>
                    <a:pt x="90683" y="11308"/>
                    <a:pt x="91191" y="8895"/>
                    <a:pt x="91318" y="5466"/>
                  </a:cubicBezTo>
                  <a:cubicBezTo>
                    <a:pt x="91445" y="2291"/>
                    <a:pt x="94112" y="-122"/>
                    <a:pt x="97287" y="5"/>
                  </a:cubicBezTo>
                  <a:cubicBezTo>
                    <a:pt x="100462" y="132"/>
                    <a:pt x="102875" y="2799"/>
                    <a:pt x="102748" y="5974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85478" y="258300"/>
              <a:ext cx="102963" cy="51326"/>
            </a:xfrm>
            <a:custGeom>
              <a:avLst/>
              <a:gdLst/>
              <a:ahLst/>
              <a:cxnLst/>
              <a:rect l="l" t="t" r="r" b="b"/>
              <a:pathLst>
                <a:path w="102963" h="51326">
                  <a:moveTo>
                    <a:pt x="102761" y="6495"/>
                  </a:moveTo>
                  <a:cubicBezTo>
                    <a:pt x="101491" y="14496"/>
                    <a:pt x="99967" y="19068"/>
                    <a:pt x="98189" y="22878"/>
                  </a:cubicBezTo>
                  <a:cubicBezTo>
                    <a:pt x="98062" y="23005"/>
                    <a:pt x="98062" y="23259"/>
                    <a:pt x="97935" y="23386"/>
                  </a:cubicBezTo>
                  <a:cubicBezTo>
                    <a:pt x="95395" y="27831"/>
                    <a:pt x="92601" y="31641"/>
                    <a:pt x="89426" y="35324"/>
                  </a:cubicBezTo>
                  <a:cubicBezTo>
                    <a:pt x="89299" y="35451"/>
                    <a:pt x="89172" y="35578"/>
                    <a:pt x="89045" y="35705"/>
                  </a:cubicBezTo>
                  <a:cubicBezTo>
                    <a:pt x="86124" y="38499"/>
                    <a:pt x="82695" y="41166"/>
                    <a:pt x="78885" y="43706"/>
                  </a:cubicBezTo>
                  <a:cubicBezTo>
                    <a:pt x="78758" y="43833"/>
                    <a:pt x="78631" y="43833"/>
                    <a:pt x="78377" y="43960"/>
                  </a:cubicBezTo>
                  <a:cubicBezTo>
                    <a:pt x="74567" y="45992"/>
                    <a:pt x="70376" y="47643"/>
                    <a:pt x="66566" y="48913"/>
                  </a:cubicBezTo>
                  <a:cubicBezTo>
                    <a:pt x="66439" y="48913"/>
                    <a:pt x="66312" y="49040"/>
                    <a:pt x="66185" y="49040"/>
                  </a:cubicBezTo>
                  <a:cubicBezTo>
                    <a:pt x="61867" y="50056"/>
                    <a:pt x="55898" y="50945"/>
                    <a:pt x="51326" y="51326"/>
                  </a:cubicBezTo>
                  <a:cubicBezTo>
                    <a:pt x="51072" y="51326"/>
                    <a:pt x="50691" y="51326"/>
                    <a:pt x="50437" y="51326"/>
                  </a:cubicBezTo>
                  <a:cubicBezTo>
                    <a:pt x="45738" y="50945"/>
                    <a:pt x="40023" y="49929"/>
                    <a:pt x="35959" y="48913"/>
                  </a:cubicBezTo>
                  <a:cubicBezTo>
                    <a:pt x="35832" y="48913"/>
                    <a:pt x="35705" y="48786"/>
                    <a:pt x="35578" y="48786"/>
                  </a:cubicBezTo>
                  <a:cubicBezTo>
                    <a:pt x="31260" y="47262"/>
                    <a:pt x="27323" y="45611"/>
                    <a:pt x="23640" y="43579"/>
                  </a:cubicBezTo>
                  <a:cubicBezTo>
                    <a:pt x="23513" y="43452"/>
                    <a:pt x="23386" y="43452"/>
                    <a:pt x="23259" y="43325"/>
                  </a:cubicBezTo>
                  <a:cubicBezTo>
                    <a:pt x="18814" y="40404"/>
                    <a:pt x="15766" y="37864"/>
                    <a:pt x="12845" y="35197"/>
                  </a:cubicBezTo>
                  <a:cubicBezTo>
                    <a:pt x="12718" y="35070"/>
                    <a:pt x="12591" y="34943"/>
                    <a:pt x="12464" y="34816"/>
                  </a:cubicBezTo>
                  <a:cubicBezTo>
                    <a:pt x="9162" y="31133"/>
                    <a:pt x="6876" y="27831"/>
                    <a:pt x="4463" y="23767"/>
                  </a:cubicBezTo>
                  <a:cubicBezTo>
                    <a:pt x="4336" y="23640"/>
                    <a:pt x="4209" y="23386"/>
                    <a:pt x="4209" y="23132"/>
                  </a:cubicBezTo>
                  <a:cubicBezTo>
                    <a:pt x="2177" y="18687"/>
                    <a:pt x="780" y="13988"/>
                    <a:pt x="272" y="10686"/>
                  </a:cubicBezTo>
                  <a:cubicBezTo>
                    <a:pt x="272" y="10559"/>
                    <a:pt x="272" y="10305"/>
                    <a:pt x="272" y="10178"/>
                  </a:cubicBezTo>
                  <a:lnTo>
                    <a:pt x="18" y="6114"/>
                  </a:lnTo>
                  <a:cubicBezTo>
                    <a:pt x="-236" y="2939"/>
                    <a:pt x="2177" y="272"/>
                    <a:pt x="5225" y="18"/>
                  </a:cubicBezTo>
                  <a:cubicBezTo>
                    <a:pt x="8273" y="-236"/>
                    <a:pt x="11067" y="2177"/>
                    <a:pt x="11321" y="5225"/>
                  </a:cubicBezTo>
                  <a:lnTo>
                    <a:pt x="11575" y="9289"/>
                  </a:lnTo>
                  <a:lnTo>
                    <a:pt x="5860" y="9670"/>
                  </a:lnTo>
                  <a:lnTo>
                    <a:pt x="11448" y="8781"/>
                  </a:lnTo>
                  <a:cubicBezTo>
                    <a:pt x="11829" y="10813"/>
                    <a:pt x="12845" y="14496"/>
                    <a:pt x="14623" y="18433"/>
                  </a:cubicBezTo>
                  <a:lnTo>
                    <a:pt x="9416" y="20719"/>
                  </a:lnTo>
                  <a:lnTo>
                    <a:pt x="14369" y="17798"/>
                  </a:lnTo>
                  <a:cubicBezTo>
                    <a:pt x="16401" y="21227"/>
                    <a:pt x="18306" y="23894"/>
                    <a:pt x="21100" y="27196"/>
                  </a:cubicBezTo>
                  <a:lnTo>
                    <a:pt x="16782" y="31006"/>
                  </a:lnTo>
                  <a:lnTo>
                    <a:pt x="20719" y="26815"/>
                  </a:lnTo>
                  <a:cubicBezTo>
                    <a:pt x="23132" y="29101"/>
                    <a:pt x="25672" y="31133"/>
                    <a:pt x="29609" y="33800"/>
                  </a:cubicBezTo>
                  <a:lnTo>
                    <a:pt x="26434" y="38499"/>
                  </a:lnTo>
                  <a:lnTo>
                    <a:pt x="29101" y="33546"/>
                  </a:lnTo>
                  <a:cubicBezTo>
                    <a:pt x="32276" y="35197"/>
                    <a:pt x="35578" y="36721"/>
                    <a:pt x="39261" y="37991"/>
                  </a:cubicBezTo>
                  <a:lnTo>
                    <a:pt x="37483" y="43325"/>
                  </a:lnTo>
                  <a:lnTo>
                    <a:pt x="38880" y="37864"/>
                  </a:lnTo>
                  <a:cubicBezTo>
                    <a:pt x="42309" y="38753"/>
                    <a:pt x="47389" y="39642"/>
                    <a:pt x="51580" y="40023"/>
                  </a:cubicBezTo>
                  <a:lnTo>
                    <a:pt x="51072" y="45738"/>
                  </a:lnTo>
                  <a:lnTo>
                    <a:pt x="50691" y="40023"/>
                  </a:lnTo>
                  <a:cubicBezTo>
                    <a:pt x="54628" y="39769"/>
                    <a:pt x="59962" y="39007"/>
                    <a:pt x="63645" y="38118"/>
                  </a:cubicBezTo>
                  <a:lnTo>
                    <a:pt x="64915" y="43706"/>
                  </a:lnTo>
                  <a:lnTo>
                    <a:pt x="63137" y="38245"/>
                  </a:lnTo>
                  <a:cubicBezTo>
                    <a:pt x="66439" y="37229"/>
                    <a:pt x="69868" y="35705"/>
                    <a:pt x="73170" y="34054"/>
                  </a:cubicBezTo>
                  <a:lnTo>
                    <a:pt x="75837" y="39134"/>
                  </a:lnTo>
                  <a:lnTo>
                    <a:pt x="72662" y="34308"/>
                  </a:lnTo>
                  <a:cubicBezTo>
                    <a:pt x="75964" y="32149"/>
                    <a:pt x="78885" y="29863"/>
                    <a:pt x="81298" y="27577"/>
                  </a:cubicBezTo>
                  <a:lnTo>
                    <a:pt x="85235" y="31768"/>
                  </a:lnTo>
                  <a:lnTo>
                    <a:pt x="81044" y="27958"/>
                  </a:lnTo>
                  <a:cubicBezTo>
                    <a:pt x="83711" y="24910"/>
                    <a:pt x="86124" y="21735"/>
                    <a:pt x="88283" y="17925"/>
                  </a:cubicBezTo>
                  <a:lnTo>
                    <a:pt x="93236" y="20719"/>
                  </a:lnTo>
                  <a:lnTo>
                    <a:pt x="88029" y="18433"/>
                  </a:lnTo>
                  <a:cubicBezTo>
                    <a:pt x="89299" y="15639"/>
                    <a:pt x="90569" y="12083"/>
                    <a:pt x="91712" y="4971"/>
                  </a:cubicBezTo>
                  <a:cubicBezTo>
                    <a:pt x="92220" y="1923"/>
                    <a:pt x="95141" y="-236"/>
                    <a:pt x="98189" y="272"/>
                  </a:cubicBezTo>
                  <a:cubicBezTo>
                    <a:pt x="101237" y="780"/>
                    <a:pt x="103396" y="3701"/>
                    <a:pt x="102888" y="6749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19888" y="258191"/>
              <a:ext cx="102616" cy="11430"/>
            </a:xfrm>
            <a:custGeom>
              <a:avLst/>
              <a:gdLst/>
              <a:ahLst/>
              <a:cxnLst/>
              <a:rect l="l" t="t" r="r" b="b"/>
              <a:pathLst>
                <a:path w="102616" h="11430">
                  <a:moveTo>
                    <a:pt x="96901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96901" y="0"/>
                  </a:lnTo>
                  <a:cubicBezTo>
                    <a:pt x="100076" y="0"/>
                    <a:pt x="102616" y="2540"/>
                    <a:pt x="102616" y="5715"/>
                  </a:cubicBezTo>
                  <a:cubicBezTo>
                    <a:pt x="102616" y="8890"/>
                    <a:pt x="100076" y="11430"/>
                    <a:pt x="96901" y="1143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85115" y="258191"/>
              <a:ext cx="103251" cy="11430"/>
            </a:xfrm>
            <a:custGeom>
              <a:avLst/>
              <a:gdLst/>
              <a:ahLst/>
              <a:cxnLst/>
              <a:rect l="l" t="t" r="r" b="b"/>
              <a:pathLst>
                <a:path w="103251" h="11430">
                  <a:moveTo>
                    <a:pt x="97536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97536" y="0"/>
                  </a:lnTo>
                  <a:cubicBezTo>
                    <a:pt x="100711" y="0"/>
                    <a:pt x="103251" y="2540"/>
                    <a:pt x="103251" y="5715"/>
                  </a:cubicBezTo>
                  <a:cubicBezTo>
                    <a:pt x="103251" y="8890"/>
                    <a:pt x="100711" y="11430"/>
                    <a:pt x="97536" y="1143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331143" y="175441"/>
              <a:ext cx="57169" cy="94253"/>
            </a:xfrm>
            <a:custGeom>
              <a:avLst/>
              <a:gdLst/>
              <a:ahLst/>
              <a:cxnLst/>
              <a:rect l="l" t="t" r="r" b="b"/>
              <a:pathLst>
                <a:path w="57169" h="94253">
                  <a:moveTo>
                    <a:pt x="46428" y="91259"/>
                  </a:moveTo>
                  <a:lnTo>
                    <a:pt x="708" y="8455"/>
                  </a:lnTo>
                  <a:cubicBezTo>
                    <a:pt x="-816" y="5661"/>
                    <a:pt x="200" y="2232"/>
                    <a:pt x="2994" y="708"/>
                  </a:cubicBezTo>
                  <a:cubicBezTo>
                    <a:pt x="5788" y="-816"/>
                    <a:pt x="9217" y="200"/>
                    <a:pt x="10741" y="2994"/>
                  </a:cubicBezTo>
                  <a:lnTo>
                    <a:pt x="56461" y="85798"/>
                  </a:lnTo>
                  <a:cubicBezTo>
                    <a:pt x="57985" y="88592"/>
                    <a:pt x="56969" y="92021"/>
                    <a:pt x="54175" y="93545"/>
                  </a:cubicBezTo>
                  <a:cubicBezTo>
                    <a:pt x="51381" y="95069"/>
                    <a:pt x="47952" y="94053"/>
                    <a:pt x="46428" y="91259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85038" y="175410"/>
              <a:ext cx="57431" cy="92790"/>
            </a:xfrm>
            <a:custGeom>
              <a:avLst/>
              <a:gdLst/>
              <a:ahLst/>
              <a:cxnLst/>
              <a:rect l="l" t="t" r="r" b="b"/>
              <a:pathLst>
                <a:path w="57431" h="92790">
                  <a:moveTo>
                    <a:pt x="56719" y="8486"/>
                  </a:moveTo>
                  <a:lnTo>
                    <a:pt x="10618" y="89893"/>
                  </a:lnTo>
                  <a:cubicBezTo>
                    <a:pt x="9094" y="92687"/>
                    <a:pt x="5538" y="93576"/>
                    <a:pt x="2871" y="92052"/>
                  </a:cubicBezTo>
                  <a:cubicBezTo>
                    <a:pt x="204" y="90528"/>
                    <a:pt x="-812" y="86972"/>
                    <a:pt x="712" y="84305"/>
                  </a:cubicBezTo>
                  <a:lnTo>
                    <a:pt x="46813" y="2898"/>
                  </a:lnTo>
                  <a:cubicBezTo>
                    <a:pt x="48337" y="104"/>
                    <a:pt x="51893" y="-785"/>
                    <a:pt x="54560" y="739"/>
                  </a:cubicBezTo>
                  <a:cubicBezTo>
                    <a:pt x="57227" y="2263"/>
                    <a:pt x="58243" y="5819"/>
                    <a:pt x="56719" y="8486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65631" y="175410"/>
              <a:ext cx="56849" cy="92028"/>
            </a:xfrm>
            <a:custGeom>
              <a:avLst/>
              <a:gdLst/>
              <a:ahLst/>
              <a:cxnLst/>
              <a:rect l="l" t="t" r="r" b="b"/>
              <a:pathLst>
                <a:path w="56849" h="92028">
                  <a:moveTo>
                    <a:pt x="46332" y="89131"/>
                  </a:moveTo>
                  <a:lnTo>
                    <a:pt x="739" y="8486"/>
                  </a:lnTo>
                  <a:cubicBezTo>
                    <a:pt x="-785" y="5692"/>
                    <a:pt x="104" y="2263"/>
                    <a:pt x="2898" y="739"/>
                  </a:cubicBezTo>
                  <a:cubicBezTo>
                    <a:pt x="5692" y="-785"/>
                    <a:pt x="9121" y="104"/>
                    <a:pt x="10645" y="2898"/>
                  </a:cubicBezTo>
                  <a:lnTo>
                    <a:pt x="56111" y="83543"/>
                  </a:lnTo>
                  <a:cubicBezTo>
                    <a:pt x="57635" y="86337"/>
                    <a:pt x="56746" y="89766"/>
                    <a:pt x="53952" y="91290"/>
                  </a:cubicBezTo>
                  <a:cubicBezTo>
                    <a:pt x="51158" y="92814"/>
                    <a:pt x="47729" y="91925"/>
                    <a:pt x="46205" y="89131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19684" y="175410"/>
              <a:ext cx="57304" cy="92028"/>
            </a:xfrm>
            <a:custGeom>
              <a:avLst/>
              <a:gdLst/>
              <a:ahLst/>
              <a:cxnLst/>
              <a:rect l="l" t="t" r="r" b="b"/>
              <a:pathLst>
                <a:path w="57304" h="92028">
                  <a:moveTo>
                    <a:pt x="56592" y="8486"/>
                  </a:moveTo>
                  <a:lnTo>
                    <a:pt x="10618" y="89131"/>
                  </a:lnTo>
                  <a:cubicBezTo>
                    <a:pt x="9094" y="91925"/>
                    <a:pt x="5538" y="92814"/>
                    <a:pt x="2871" y="91290"/>
                  </a:cubicBezTo>
                  <a:cubicBezTo>
                    <a:pt x="204" y="89766"/>
                    <a:pt x="-812" y="86210"/>
                    <a:pt x="712" y="83543"/>
                  </a:cubicBezTo>
                  <a:lnTo>
                    <a:pt x="46686" y="2898"/>
                  </a:lnTo>
                  <a:cubicBezTo>
                    <a:pt x="48210" y="104"/>
                    <a:pt x="51766" y="-785"/>
                    <a:pt x="54433" y="739"/>
                  </a:cubicBezTo>
                  <a:cubicBezTo>
                    <a:pt x="57100" y="2263"/>
                    <a:pt x="58116" y="5819"/>
                    <a:pt x="56592" y="8486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25788" y="151003"/>
              <a:ext cx="56157" cy="32657"/>
            </a:xfrm>
            <a:custGeom>
              <a:avLst/>
              <a:gdLst/>
              <a:ahLst/>
              <a:cxnLst/>
              <a:rect l="l" t="t" r="r" b="b"/>
              <a:pathLst>
                <a:path w="56157" h="32657">
                  <a:moveTo>
                    <a:pt x="44849" y="27305"/>
                  </a:moveTo>
                  <a:cubicBezTo>
                    <a:pt x="44722" y="25146"/>
                    <a:pt x="44214" y="23114"/>
                    <a:pt x="43325" y="21209"/>
                  </a:cubicBezTo>
                  <a:cubicBezTo>
                    <a:pt x="42436" y="19304"/>
                    <a:pt x="41166" y="17526"/>
                    <a:pt x="39642" y="16129"/>
                  </a:cubicBezTo>
                  <a:cubicBezTo>
                    <a:pt x="38118" y="14605"/>
                    <a:pt x="36340" y="13462"/>
                    <a:pt x="34308" y="12700"/>
                  </a:cubicBezTo>
                  <a:cubicBezTo>
                    <a:pt x="32276" y="11938"/>
                    <a:pt x="30244" y="11557"/>
                    <a:pt x="28085" y="11557"/>
                  </a:cubicBezTo>
                  <a:lnTo>
                    <a:pt x="28085" y="5842"/>
                  </a:lnTo>
                  <a:lnTo>
                    <a:pt x="28085" y="11557"/>
                  </a:lnTo>
                  <a:cubicBezTo>
                    <a:pt x="25926" y="11557"/>
                    <a:pt x="23894" y="11938"/>
                    <a:pt x="21862" y="12700"/>
                  </a:cubicBezTo>
                  <a:cubicBezTo>
                    <a:pt x="19830" y="13462"/>
                    <a:pt x="18052" y="14605"/>
                    <a:pt x="16528" y="16129"/>
                  </a:cubicBezTo>
                  <a:cubicBezTo>
                    <a:pt x="15004" y="17653"/>
                    <a:pt x="13734" y="19304"/>
                    <a:pt x="12845" y="21209"/>
                  </a:cubicBezTo>
                  <a:cubicBezTo>
                    <a:pt x="11956" y="23114"/>
                    <a:pt x="11448" y="25146"/>
                    <a:pt x="11321" y="27305"/>
                  </a:cubicBezTo>
                  <a:cubicBezTo>
                    <a:pt x="11194" y="30480"/>
                    <a:pt x="8527" y="32893"/>
                    <a:pt x="5352" y="32639"/>
                  </a:cubicBezTo>
                  <a:cubicBezTo>
                    <a:pt x="2177" y="32385"/>
                    <a:pt x="-236" y="29845"/>
                    <a:pt x="18" y="26670"/>
                  </a:cubicBezTo>
                  <a:cubicBezTo>
                    <a:pt x="272" y="23114"/>
                    <a:pt x="1034" y="19685"/>
                    <a:pt x="2558" y="16383"/>
                  </a:cubicBezTo>
                  <a:lnTo>
                    <a:pt x="7765" y="18796"/>
                  </a:lnTo>
                  <a:lnTo>
                    <a:pt x="2558" y="16383"/>
                  </a:lnTo>
                  <a:cubicBezTo>
                    <a:pt x="4082" y="13081"/>
                    <a:pt x="6114" y="10287"/>
                    <a:pt x="8781" y="7747"/>
                  </a:cubicBezTo>
                  <a:lnTo>
                    <a:pt x="12718" y="11938"/>
                  </a:lnTo>
                  <a:lnTo>
                    <a:pt x="8781" y="7747"/>
                  </a:lnTo>
                  <a:cubicBezTo>
                    <a:pt x="11448" y="5334"/>
                    <a:pt x="14369" y="3302"/>
                    <a:pt x="17671" y="2032"/>
                  </a:cubicBezTo>
                  <a:lnTo>
                    <a:pt x="19830" y="7366"/>
                  </a:lnTo>
                  <a:lnTo>
                    <a:pt x="17671" y="2032"/>
                  </a:lnTo>
                  <a:cubicBezTo>
                    <a:pt x="20973" y="762"/>
                    <a:pt x="24529" y="0"/>
                    <a:pt x="28085" y="0"/>
                  </a:cubicBezTo>
                  <a:cubicBezTo>
                    <a:pt x="31641" y="0"/>
                    <a:pt x="35197" y="635"/>
                    <a:pt x="38499" y="2032"/>
                  </a:cubicBezTo>
                  <a:lnTo>
                    <a:pt x="36340" y="7366"/>
                  </a:lnTo>
                  <a:lnTo>
                    <a:pt x="38499" y="2032"/>
                  </a:lnTo>
                  <a:cubicBezTo>
                    <a:pt x="41801" y="3429"/>
                    <a:pt x="44849" y="5334"/>
                    <a:pt x="47389" y="7747"/>
                  </a:cubicBezTo>
                  <a:lnTo>
                    <a:pt x="43452" y="11938"/>
                  </a:lnTo>
                  <a:lnTo>
                    <a:pt x="47389" y="7747"/>
                  </a:lnTo>
                  <a:cubicBezTo>
                    <a:pt x="50056" y="10160"/>
                    <a:pt x="52088" y="13081"/>
                    <a:pt x="53612" y="16383"/>
                  </a:cubicBezTo>
                  <a:lnTo>
                    <a:pt x="48405" y="18796"/>
                  </a:lnTo>
                  <a:lnTo>
                    <a:pt x="53612" y="16383"/>
                  </a:lnTo>
                  <a:cubicBezTo>
                    <a:pt x="55136" y="19685"/>
                    <a:pt x="56025" y="23114"/>
                    <a:pt x="56152" y="26670"/>
                  </a:cubicBezTo>
                  <a:cubicBezTo>
                    <a:pt x="56279" y="29845"/>
                    <a:pt x="53866" y="32512"/>
                    <a:pt x="50818" y="32639"/>
                  </a:cubicBezTo>
                  <a:cubicBezTo>
                    <a:pt x="47770" y="32766"/>
                    <a:pt x="44976" y="30353"/>
                    <a:pt x="44849" y="2730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48648" y="172212"/>
              <a:ext cx="33673" cy="35578"/>
            </a:xfrm>
            <a:custGeom>
              <a:avLst/>
              <a:gdLst/>
              <a:ahLst/>
              <a:cxnLst/>
              <a:rect l="l" t="t" r="r" b="b"/>
              <a:pathLst>
                <a:path w="33673" h="35578">
                  <a:moveTo>
                    <a:pt x="33673" y="5715"/>
                  </a:moveTo>
                  <a:cubicBezTo>
                    <a:pt x="33673" y="9525"/>
                    <a:pt x="33038" y="13208"/>
                    <a:pt x="31768" y="16637"/>
                  </a:cubicBezTo>
                  <a:cubicBezTo>
                    <a:pt x="30371" y="20193"/>
                    <a:pt x="28466" y="23368"/>
                    <a:pt x="25926" y="26162"/>
                  </a:cubicBezTo>
                  <a:lnTo>
                    <a:pt x="21735" y="22352"/>
                  </a:lnTo>
                  <a:lnTo>
                    <a:pt x="25926" y="26162"/>
                  </a:lnTo>
                  <a:cubicBezTo>
                    <a:pt x="23386" y="28956"/>
                    <a:pt x="20338" y="31115"/>
                    <a:pt x="16909" y="32766"/>
                  </a:cubicBezTo>
                  <a:cubicBezTo>
                    <a:pt x="13480" y="34417"/>
                    <a:pt x="9924" y="35306"/>
                    <a:pt x="6114" y="35560"/>
                  </a:cubicBezTo>
                  <a:cubicBezTo>
                    <a:pt x="2939" y="35814"/>
                    <a:pt x="272" y="33401"/>
                    <a:pt x="18" y="30226"/>
                  </a:cubicBezTo>
                  <a:cubicBezTo>
                    <a:pt x="-236" y="27051"/>
                    <a:pt x="2177" y="24384"/>
                    <a:pt x="5352" y="24130"/>
                  </a:cubicBezTo>
                  <a:cubicBezTo>
                    <a:pt x="7638" y="24003"/>
                    <a:pt x="9924" y="23368"/>
                    <a:pt x="11956" y="22352"/>
                  </a:cubicBezTo>
                  <a:lnTo>
                    <a:pt x="14369" y="27432"/>
                  </a:lnTo>
                  <a:lnTo>
                    <a:pt x="11956" y="22352"/>
                  </a:lnTo>
                  <a:cubicBezTo>
                    <a:pt x="14115" y="21336"/>
                    <a:pt x="15893" y="19939"/>
                    <a:pt x="17417" y="18288"/>
                  </a:cubicBezTo>
                  <a:cubicBezTo>
                    <a:pt x="18941" y="16510"/>
                    <a:pt x="20211" y="14605"/>
                    <a:pt x="20973" y="12446"/>
                  </a:cubicBezTo>
                  <a:lnTo>
                    <a:pt x="26307" y="14478"/>
                  </a:lnTo>
                  <a:lnTo>
                    <a:pt x="20973" y="12446"/>
                  </a:lnTo>
                  <a:cubicBezTo>
                    <a:pt x="21862" y="10287"/>
                    <a:pt x="22243" y="8001"/>
                    <a:pt x="22116" y="5715"/>
                  </a:cubicBezTo>
                  <a:cubicBezTo>
                    <a:pt x="22116" y="2540"/>
                    <a:pt x="24529" y="0"/>
                    <a:pt x="27704" y="0"/>
                  </a:cubicBezTo>
                  <a:cubicBezTo>
                    <a:pt x="30879" y="0"/>
                    <a:pt x="33419" y="2413"/>
                    <a:pt x="33419" y="558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25534" y="173718"/>
              <a:ext cx="34581" cy="34326"/>
            </a:xfrm>
            <a:custGeom>
              <a:avLst/>
              <a:gdLst/>
              <a:ahLst/>
              <a:cxnLst/>
              <a:rect l="l" t="t" r="r" b="b"/>
              <a:pathLst>
                <a:path w="34581" h="34326">
                  <a:moveTo>
                    <a:pt x="28466" y="34181"/>
                  </a:moveTo>
                  <a:cubicBezTo>
                    <a:pt x="24783" y="33927"/>
                    <a:pt x="21227" y="33165"/>
                    <a:pt x="17925" y="31641"/>
                  </a:cubicBezTo>
                  <a:cubicBezTo>
                    <a:pt x="14496" y="30117"/>
                    <a:pt x="11575" y="28085"/>
                    <a:pt x="8908" y="25545"/>
                  </a:cubicBezTo>
                  <a:cubicBezTo>
                    <a:pt x="6241" y="23005"/>
                    <a:pt x="4209" y="19957"/>
                    <a:pt x="2685" y="16655"/>
                  </a:cubicBezTo>
                  <a:lnTo>
                    <a:pt x="7892" y="14242"/>
                  </a:lnTo>
                  <a:lnTo>
                    <a:pt x="2685" y="16655"/>
                  </a:lnTo>
                  <a:cubicBezTo>
                    <a:pt x="1161" y="13353"/>
                    <a:pt x="272" y="9797"/>
                    <a:pt x="18" y="6114"/>
                  </a:cubicBezTo>
                  <a:cubicBezTo>
                    <a:pt x="-236" y="2939"/>
                    <a:pt x="2177" y="272"/>
                    <a:pt x="5352" y="18"/>
                  </a:cubicBezTo>
                  <a:cubicBezTo>
                    <a:pt x="8527" y="-236"/>
                    <a:pt x="11194" y="2177"/>
                    <a:pt x="11448" y="5352"/>
                  </a:cubicBezTo>
                  <a:cubicBezTo>
                    <a:pt x="11575" y="7638"/>
                    <a:pt x="12210" y="9797"/>
                    <a:pt x="13099" y="11956"/>
                  </a:cubicBezTo>
                  <a:cubicBezTo>
                    <a:pt x="14115" y="14115"/>
                    <a:pt x="15385" y="15893"/>
                    <a:pt x="17036" y="17544"/>
                  </a:cubicBezTo>
                  <a:lnTo>
                    <a:pt x="12972" y="21608"/>
                  </a:lnTo>
                  <a:lnTo>
                    <a:pt x="17036" y="17544"/>
                  </a:lnTo>
                  <a:cubicBezTo>
                    <a:pt x="18687" y="19195"/>
                    <a:pt x="20592" y="20465"/>
                    <a:pt x="22624" y="21354"/>
                  </a:cubicBezTo>
                  <a:lnTo>
                    <a:pt x="20338" y="26561"/>
                  </a:lnTo>
                  <a:lnTo>
                    <a:pt x="22624" y="21354"/>
                  </a:lnTo>
                  <a:cubicBezTo>
                    <a:pt x="24783" y="22243"/>
                    <a:pt x="26942" y="22878"/>
                    <a:pt x="29228" y="23005"/>
                  </a:cubicBezTo>
                  <a:cubicBezTo>
                    <a:pt x="32403" y="23132"/>
                    <a:pt x="34816" y="25926"/>
                    <a:pt x="34562" y="28974"/>
                  </a:cubicBezTo>
                  <a:cubicBezTo>
                    <a:pt x="34308" y="32022"/>
                    <a:pt x="31641" y="34562"/>
                    <a:pt x="28593" y="3430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140335" y="172212"/>
              <a:ext cx="96139" cy="11430"/>
            </a:xfrm>
            <a:custGeom>
              <a:avLst/>
              <a:gdLst/>
              <a:ahLst/>
              <a:cxnLst/>
              <a:rect l="l" t="t" r="r" b="b"/>
              <a:pathLst>
                <a:path w="96139" h="11430">
                  <a:moveTo>
                    <a:pt x="90424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90424" y="0"/>
                  </a:lnTo>
                  <a:cubicBezTo>
                    <a:pt x="93599" y="0"/>
                    <a:pt x="96139" y="2540"/>
                    <a:pt x="96139" y="5715"/>
                  </a:cubicBezTo>
                  <a:cubicBezTo>
                    <a:pt x="96139" y="8890"/>
                    <a:pt x="93599" y="11430"/>
                    <a:pt x="90424" y="1143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48539" y="196850"/>
              <a:ext cx="11430" cy="172085"/>
            </a:xfrm>
            <a:custGeom>
              <a:avLst/>
              <a:gdLst/>
              <a:ahLst/>
              <a:cxnLst/>
              <a:rect l="l" t="t" r="r" b="b"/>
              <a:pathLst>
                <a:path w="11430" h="172085">
                  <a:moveTo>
                    <a:pt x="11430" y="5715"/>
                  </a:moveTo>
                  <a:lnTo>
                    <a:pt x="11430" y="166370"/>
                  </a:lnTo>
                  <a:cubicBezTo>
                    <a:pt x="11430" y="169545"/>
                    <a:pt x="8890" y="172085"/>
                    <a:pt x="5715" y="172085"/>
                  </a:cubicBezTo>
                  <a:cubicBezTo>
                    <a:pt x="2540" y="172085"/>
                    <a:pt x="0" y="169545"/>
                    <a:pt x="0" y="166370"/>
                  </a:cubicBez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168402" y="357505"/>
              <a:ext cx="170561" cy="11430"/>
            </a:xfrm>
            <a:custGeom>
              <a:avLst/>
              <a:gdLst/>
              <a:ahLst/>
              <a:cxnLst/>
              <a:rect l="l" t="t" r="r" b="b"/>
              <a:pathLst>
                <a:path w="170561" h="11430">
                  <a:moveTo>
                    <a:pt x="5715" y="0"/>
                  </a:moveTo>
                  <a:lnTo>
                    <a:pt x="164846" y="0"/>
                  </a:lnTo>
                  <a:cubicBezTo>
                    <a:pt x="168021" y="0"/>
                    <a:pt x="170561" y="2540"/>
                    <a:pt x="170561" y="5715"/>
                  </a:cubicBezTo>
                  <a:cubicBezTo>
                    <a:pt x="170561" y="8890"/>
                    <a:pt x="168021" y="11430"/>
                    <a:pt x="164846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0891" y="172339"/>
              <a:ext cx="96266" cy="11430"/>
            </a:xfrm>
            <a:custGeom>
              <a:avLst/>
              <a:gdLst/>
              <a:ahLst/>
              <a:cxnLst/>
              <a:rect l="l" t="t" r="r" b="b"/>
              <a:pathLst>
                <a:path w="96266" h="11430">
                  <a:moveTo>
                    <a:pt x="5715" y="0"/>
                  </a:moveTo>
                  <a:lnTo>
                    <a:pt x="90551" y="0"/>
                  </a:lnTo>
                  <a:cubicBezTo>
                    <a:pt x="93726" y="0"/>
                    <a:pt x="96266" y="2540"/>
                    <a:pt x="96266" y="5715"/>
                  </a:cubicBezTo>
                  <a:cubicBezTo>
                    <a:pt x="96266" y="8890"/>
                    <a:pt x="93726" y="11430"/>
                    <a:pt x="90551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36572" y="3270094"/>
            <a:ext cx="517522" cy="507997"/>
            <a:chOff x="0" y="0"/>
            <a:chExt cx="517525" cy="508000"/>
          </a:xfrm>
        </p:grpSpPr>
        <p:sp>
          <p:nvSpPr>
            <p:cNvPr id="38" name="Freeform 38"/>
            <p:cNvSpPr/>
            <p:nvPr/>
          </p:nvSpPr>
          <p:spPr>
            <a:xfrm>
              <a:off x="63500" y="63500"/>
              <a:ext cx="390652" cy="381127"/>
            </a:xfrm>
            <a:custGeom>
              <a:avLst/>
              <a:gdLst/>
              <a:ahLst/>
              <a:cxnLst/>
              <a:rect l="l" t="t" r="r" b="b"/>
              <a:pathLst>
                <a:path w="390652" h="381127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59537"/>
                  </a:lnTo>
                  <a:cubicBezTo>
                    <a:pt x="390652" y="362331"/>
                    <a:pt x="390144" y="365125"/>
                    <a:pt x="389001" y="367792"/>
                  </a:cubicBezTo>
                  <a:cubicBezTo>
                    <a:pt x="387858" y="370459"/>
                    <a:pt x="386334" y="372745"/>
                    <a:pt x="384302" y="374777"/>
                  </a:cubicBezTo>
                  <a:cubicBezTo>
                    <a:pt x="382270" y="376809"/>
                    <a:pt x="379984" y="378333"/>
                    <a:pt x="377317" y="379476"/>
                  </a:cubicBezTo>
                  <a:cubicBezTo>
                    <a:pt x="374650" y="380619"/>
                    <a:pt x="371983" y="381127"/>
                    <a:pt x="369062" y="381127"/>
                  </a:cubicBezTo>
                  <a:lnTo>
                    <a:pt x="21463" y="381127"/>
                  </a:lnTo>
                  <a:cubicBezTo>
                    <a:pt x="18669" y="381127"/>
                    <a:pt x="15875" y="380619"/>
                    <a:pt x="13208" y="379476"/>
                  </a:cubicBezTo>
                  <a:cubicBezTo>
                    <a:pt x="10541" y="378333"/>
                    <a:pt x="8255" y="376809"/>
                    <a:pt x="6223" y="374777"/>
                  </a:cubicBezTo>
                  <a:cubicBezTo>
                    <a:pt x="4191" y="372745"/>
                    <a:pt x="2667" y="370459"/>
                    <a:pt x="1524" y="367792"/>
                  </a:cubicBezTo>
                  <a:cubicBezTo>
                    <a:pt x="381" y="365125"/>
                    <a:pt x="0" y="362458"/>
                    <a:pt x="0" y="359537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47994" y="116168"/>
              <a:ext cx="111584" cy="49567"/>
            </a:xfrm>
            <a:custGeom>
              <a:avLst/>
              <a:gdLst/>
              <a:ahLst/>
              <a:cxnLst/>
              <a:rect l="l" t="t" r="r" b="b"/>
              <a:pathLst>
                <a:path w="111584" h="49567">
                  <a:moveTo>
                    <a:pt x="105320" y="49567"/>
                  </a:moveTo>
                  <a:cubicBezTo>
                    <a:pt x="91477" y="48170"/>
                    <a:pt x="82079" y="46646"/>
                    <a:pt x="75221" y="45249"/>
                  </a:cubicBezTo>
                  <a:cubicBezTo>
                    <a:pt x="75094" y="45249"/>
                    <a:pt x="75094" y="45249"/>
                    <a:pt x="74967" y="45249"/>
                  </a:cubicBezTo>
                  <a:cubicBezTo>
                    <a:pt x="68363" y="43598"/>
                    <a:pt x="61124" y="41693"/>
                    <a:pt x="47408" y="36994"/>
                  </a:cubicBezTo>
                  <a:cubicBezTo>
                    <a:pt x="47281" y="36994"/>
                    <a:pt x="47154" y="36867"/>
                    <a:pt x="47027" y="36867"/>
                  </a:cubicBezTo>
                  <a:cubicBezTo>
                    <a:pt x="36740" y="32549"/>
                    <a:pt x="29755" y="28993"/>
                    <a:pt x="24675" y="26199"/>
                  </a:cubicBezTo>
                  <a:cubicBezTo>
                    <a:pt x="24548" y="26072"/>
                    <a:pt x="24421" y="26072"/>
                    <a:pt x="24294" y="25945"/>
                  </a:cubicBezTo>
                  <a:cubicBezTo>
                    <a:pt x="18706" y="22262"/>
                    <a:pt x="11340" y="17055"/>
                    <a:pt x="2323" y="10324"/>
                  </a:cubicBezTo>
                  <a:cubicBezTo>
                    <a:pt x="-217" y="8419"/>
                    <a:pt x="-725" y="4863"/>
                    <a:pt x="1053" y="2323"/>
                  </a:cubicBezTo>
                  <a:cubicBezTo>
                    <a:pt x="2831" y="-217"/>
                    <a:pt x="6514" y="-725"/>
                    <a:pt x="9054" y="1053"/>
                  </a:cubicBezTo>
                  <a:cubicBezTo>
                    <a:pt x="18071" y="7657"/>
                    <a:pt x="25310" y="12864"/>
                    <a:pt x="30644" y="16293"/>
                  </a:cubicBezTo>
                  <a:lnTo>
                    <a:pt x="27469" y="20992"/>
                  </a:lnTo>
                  <a:lnTo>
                    <a:pt x="30263" y="16039"/>
                  </a:lnTo>
                  <a:cubicBezTo>
                    <a:pt x="34835" y="18579"/>
                    <a:pt x="41566" y="21881"/>
                    <a:pt x="51472" y="26199"/>
                  </a:cubicBezTo>
                  <a:lnTo>
                    <a:pt x="49313" y="31406"/>
                  </a:lnTo>
                  <a:lnTo>
                    <a:pt x="51091" y="26072"/>
                  </a:lnTo>
                  <a:cubicBezTo>
                    <a:pt x="64553" y="30644"/>
                    <a:pt x="71284" y="32549"/>
                    <a:pt x="77507" y="33946"/>
                  </a:cubicBezTo>
                  <a:lnTo>
                    <a:pt x="76237" y="39534"/>
                  </a:lnTo>
                  <a:lnTo>
                    <a:pt x="77380" y="33946"/>
                  </a:lnTo>
                  <a:cubicBezTo>
                    <a:pt x="83984" y="35216"/>
                    <a:pt x="93001" y="36740"/>
                    <a:pt x="106463" y="38137"/>
                  </a:cubicBezTo>
                  <a:cubicBezTo>
                    <a:pt x="109638" y="38518"/>
                    <a:pt x="111924" y="41312"/>
                    <a:pt x="111543" y="44360"/>
                  </a:cubicBezTo>
                  <a:cubicBezTo>
                    <a:pt x="111162" y="47408"/>
                    <a:pt x="108368" y="49821"/>
                    <a:pt x="105320" y="4944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347594" y="154432"/>
              <a:ext cx="12089" cy="67442"/>
            </a:xfrm>
            <a:custGeom>
              <a:avLst/>
              <a:gdLst/>
              <a:ahLst/>
              <a:cxnLst/>
              <a:rect l="l" t="t" r="r" b="b"/>
              <a:pathLst>
                <a:path w="12089" h="67442">
                  <a:moveTo>
                    <a:pt x="11943" y="5334"/>
                  </a:moveTo>
                  <a:cubicBezTo>
                    <a:pt x="12070" y="10160"/>
                    <a:pt x="12197" y="38862"/>
                    <a:pt x="11943" y="52070"/>
                  </a:cubicBezTo>
                  <a:cubicBezTo>
                    <a:pt x="11943" y="52070"/>
                    <a:pt x="11943" y="52197"/>
                    <a:pt x="11943" y="52197"/>
                  </a:cubicBezTo>
                  <a:lnTo>
                    <a:pt x="11435" y="61976"/>
                  </a:lnTo>
                  <a:cubicBezTo>
                    <a:pt x="11308" y="65151"/>
                    <a:pt x="8641" y="67564"/>
                    <a:pt x="5466" y="67437"/>
                  </a:cubicBezTo>
                  <a:cubicBezTo>
                    <a:pt x="2291" y="67310"/>
                    <a:pt x="-122" y="64643"/>
                    <a:pt x="5" y="61468"/>
                  </a:cubicBezTo>
                  <a:lnTo>
                    <a:pt x="513" y="51689"/>
                  </a:lnTo>
                  <a:lnTo>
                    <a:pt x="6228" y="51943"/>
                  </a:lnTo>
                  <a:lnTo>
                    <a:pt x="513" y="51816"/>
                  </a:lnTo>
                  <a:cubicBezTo>
                    <a:pt x="894" y="38862"/>
                    <a:pt x="767" y="10287"/>
                    <a:pt x="513" y="5842"/>
                  </a:cubicBezTo>
                  <a:cubicBezTo>
                    <a:pt x="386" y="2667"/>
                    <a:pt x="2799" y="0"/>
                    <a:pt x="5974" y="0"/>
                  </a:cubicBezTo>
                  <a:cubicBezTo>
                    <a:pt x="9149" y="0"/>
                    <a:pt x="11816" y="2286"/>
                    <a:pt x="11816" y="5461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248058" y="227383"/>
              <a:ext cx="109521" cy="157146"/>
            </a:xfrm>
            <a:custGeom>
              <a:avLst/>
              <a:gdLst/>
              <a:ahLst/>
              <a:cxnLst/>
              <a:rect l="l" t="t" r="r" b="b"/>
              <a:pathLst>
                <a:path w="109521" h="157146">
                  <a:moveTo>
                    <a:pt x="109320" y="6551"/>
                  </a:moveTo>
                  <a:cubicBezTo>
                    <a:pt x="107796" y="17600"/>
                    <a:pt x="105637" y="28141"/>
                    <a:pt x="102970" y="38428"/>
                  </a:cubicBezTo>
                  <a:cubicBezTo>
                    <a:pt x="102970" y="38555"/>
                    <a:pt x="102970" y="38682"/>
                    <a:pt x="102843" y="38682"/>
                  </a:cubicBezTo>
                  <a:cubicBezTo>
                    <a:pt x="99414" y="49350"/>
                    <a:pt x="94715" y="60780"/>
                    <a:pt x="89635" y="71194"/>
                  </a:cubicBezTo>
                  <a:cubicBezTo>
                    <a:pt x="89635" y="71321"/>
                    <a:pt x="89508" y="71321"/>
                    <a:pt x="89508" y="71448"/>
                  </a:cubicBezTo>
                  <a:cubicBezTo>
                    <a:pt x="85190" y="79322"/>
                    <a:pt x="79729" y="87831"/>
                    <a:pt x="73379" y="96721"/>
                  </a:cubicBezTo>
                  <a:cubicBezTo>
                    <a:pt x="73252" y="96848"/>
                    <a:pt x="73252" y="96848"/>
                    <a:pt x="73125" y="96975"/>
                  </a:cubicBezTo>
                  <a:cubicBezTo>
                    <a:pt x="65632" y="106246"/>
                    <a:pt x="58774" y="113866"/>
                    <a:pt x="48487" y="124280"/>
                  </a:cubicBezTo>
                  <a:cubicBezTo>
                    <a:pt x="48487" y="124280"/>
                    <a:pt x="48360" y="124407"/>
                    <a:pt x="48360" y="124407"/>
                  </a:cubicBezTo>
                  <a:cubicBezTo>
                    <a:pt x="41248" y="130884"/>
                    <a:pt x="33120" y="137742"/>
                    <a:pt x="16483" y="150569"/>
                  </a:cubicBezTo>
                  <a:cubicBezTo>
                    <a:pt x="16483" y="150569"/>
                    <a:pt x="16483" y="150569"/>
                    <a:pt x="16356" y="150696"/>
                  </a:cubicBezTo>
                  <a:lnTo>
                    <a:pt x="9117" y="156030"/>
                  </a:lnTo>
                  <a:cubicBezTo>
                    <a:pt x="6577" y="157935"/>
                    <a:pt x="3021" y="157300"/>
                    <a:pt x="1116" y="154887"/>
                  </a:cubicBezTo>
                  <a:cubicBezTo>
                    <a:pt x="-789" y="152474"/>
                    <a:pt x="-154" y="148791"/>
                    <a:pt x="2259" y="146886"/>
                  </a:cubicBezTo>
                  <a:lnTo>
                    <a:pt x="9498" y="141552"/>
                  </a:lnTo>
                  <a:lnTo>
                    <a:pt x="12927" y="146124"/>
                  </a:lnTo>
                  <a:lnTo>
                    <a:pt x="9498" y="141552"/>
                  </a:lnTo>
                  <a:cubicBezTo>
                    <a:pt x="26008" y="128852"/>
                    <a:pt x="33882" y="122248"/>
                    <a:pt x="40613" y="116025"/>
                  </a:cubicBezTo>
                  <a:lnTo>
                    <a:pt x="44423" y="120216"/>
                  </a:lnTo>
                  <a:lnTo>
                    <a:pt x="40359" y="116152"/>
                  </a:lnTo>
                  <a:cubicBezTo>
                    <a:pt x="50392" y="105992"/>
                    <a:pt x="56996" y="98626"/>
                    <a:pt x="64235" y="89736"/>
                  </a:cubicBezTo>
                  <a:lnTo>
                    <a:pt x="68680" y="93292"/>
                  </a:lnTo>
                  <a:lnTo>
                    <a:pt x="64108" y="89990"/>
                  </a:lnTo>
                  <a:cubicBezTo>
                    <a:pt x="70331" y="81354"/>
                    <a:pt x="75411" y="73353"/>
                    <a:pt x="79602" y="65860"/>
                  </a:cubicBezTo>
                  <a:lnTo>
                    <a:pt x="84555" y="68654"/>
                  </a:lnTo>
                  <a:lnTo>
                    <a:pt x="79475" y="66114"/>
                  </a:lnTo>
                  <a:cubicBezTo>
                    <a:pt x="84301" y="56081"/>
                    <a:pt x="88746" y="45159"/>
                    <a:pt x="92048" y="35126"/>
                  </a:cubicBezTo>
                  <a:lnTo>
                    <a:pt x="97509" y="36904"/>
                  </a:lnTo>
                  <a:lnTo>
                    <a:pt x="92048" y="35507"/>
                  </a:lnTo>
                  <a:cubicBezTo>
                    <a:pt x="94588" y="25601"/>
                    <a:pt x="96620" y="15441"/>
                    <a:pt x="98144" y="4900"/>
                  </a:cubicBezTo>
                  <a:cubicBezTo>
                    <a:pt x="98525" y="1725"/>
                    <a:pt x="101446" y="-434"/>
                    <a:pt x="104621" y="74"/>
                  </a:cubicBezTo>
                  <a:cubicBezTo>
                    <a:pt x="107796" y="582"/>
                    <a:pt x="109955" y="3376"/>
                    <a:pt x="109447" y="6551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172740" y="296565"/>
              <a:ext cx="86905" cy="88048"/>
            </a:xfrm>
            <a:custGeom>
              <a:avLst/>
              <a:gdLst/>
              <a:ahLst/>
              <a:cxnLst/>
              <a:rect l="l" t="t" r="r" b="b"/>
              <a:pathLst>
                <a:path w="86905" h="88048">
                  <a:moveTo>
                    <a:pt x="77577" y="86975"/>
                  </a:moveTo>
                  <a:cubicBezTo>
                    <a:pt x="57384" y="71354"/>
                    <a:pt x="49383" y="64750"/>
                    <a:pt x="40112" y="56622"/>
                  </a:cubicBezTo>
                  <a:cubicBezTo>
                    <a:pt x="39985" y="56622"/>
                    <a:pt x="39985" y="56495"/>
                    <a:pt x="39858" y="56495"/>
                  </a:cubicBezTo>
                  <a:cubicBezTo>
                    <a:pt x="30460" y="47351"/>
                    <a:pt x="21951" y="37953"/>
                    <a:pt x="14331" y="28682"/>
                  </a:cubicBezTo>
                  <a:cubicBezTo>
                    <a:pt x="14204" y="28555"/>
                    <a:pt x="14204" y="28555"/>
                    <a:pt x="14077" y="28428"/>
                  </a:cubicBezTo>
                  <a:cubicBezTo>
                    <a:pt x="9632" y="22205"/>
                    <a:pt x="5187" y="15601"/>
                    <a:pt x="869" y="8743"/>
                  </a:cubicBezTo>
                  <a:cubicBezTo>
                    <a:pt x="-782" y="6076"/>
                    <a:pt x="-20" y="2520"/>
                    <a:pt x="2647" y="869"/>
                  </a:cubicBezTo>
                  <a:cubicBezTo>
                    <a:pt x="5314" y="-782"/>
                    <a:pt x="8870" y="-20"/>
                    <a:pt x="10521" y="2647"/>
                  </a:cubicBezTo>
                  <a:cubicBezTo>
                    <a:pt x="14712" y="9378"/>
                    <a:pt x="19030" y="15728"/>
                    <a:pt x="23348" y="21697"/>
                  </a:cubicBezTo>
                  <a:lnTo>
                    <a:pt x="18776" y="24999"/>
                  </a:lnTo>
                  <a:lnTo>
                    <a:pt x="23221" y="21443"/>
                  </a:lnTo>
                  <a:cubicBezTo>
                    <a:pt x="30460" y="30333"/>
                    <a:pt x="38842" y="39477"/>
                    <a:pt x="47859" y="48240"/>
                  </a:cubicBezTo>
                  <a:lnTo>
                    <a:pt x="43922" y="52304"/>
                  </a:lnTo>
                  <a:lnTo>
                    <a:pt x="47732" y="47986"/>
                  </a:lnTo>
                  <a:cubicBezTo>
                    <a:pt x="56622" y="55860"/>
                    <a:pt x="64496" y="62337"/>
                    <a:pt x="84689" y="77831"/>
                  </a:cubicBezTo>
                  <a:cubicBezTo>
                    <a:pt x="87229" y="79736"/>
                    <a:pt x="87610" y="83292"/>
                    <a:pt x="85705" y="85832"/>
                  </a:cubicBezTo>
                  <a:cubicBezTo>
                    <a:pt x="83800" y="88372"/>
                    <a:pt x="80244" y="88753"/>
                    <a:pt x="77704" y="8684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148317" y="116187"/>
              <a:ext cx="111036" cy="49441"/>
            </a:xfrm>
            <a:custGeom>
              <a:avLst/>
              <a:gdLst/>
              <a:ahLst/>
              <a:cxnLst/>
              <a:rect l="l" t="t" r="r" b="b"/>
              <a:pathLst>
                <a:path w="111036" h="49441">
                  <a:moveTo>
                    <a:pt x="108858" y="10178"/>
                  </a:moveTo>
                  <a:cubicBezTo>
                    <a:pt x="95396" y="20465"/>
                    <a:pt x="85998" y="26561"/>
                    <a:pt x="81045" y="29228"/>
                  </a:cubicBezTo>
                  <a:cubicBezTo>
                    <a:pt x="80918" y="29228"/>
                    <a:pt x="80918" y="29355"/>
                    <a:pt x="80791" y="29355"/>
                  </a:cubicBezTo>
                  <a:cubicBezTo>
                    <a:pt x="73679" y="32911"/>
                    <a:pt x="63138" y="37229"/>
                    <a:pt x="56153" y="39769"/>
                  </a:cubicBezTo>
                  <a:cubicBezTo>
                    <a:pt x="56026" y="39769"/>
                    <a:pt x="56026" y="39769"/>
                    <a:pt x="55899" y="39896"/>
                  </a:cubicBezTo>
                  <a:cubicBezTo>
                    <a:pt x="48279" y="42309"/>
                    <a:pt x="41929" y="44087"/>
                    <a:pt x="34944" y="45611"/>
                  </a:cubicBezTo>
                  <a:cubicBezTo>
                    <a:pt x="34817" y="45611"/>
                    <a:pt x="34690" y="45611"/>
                    <a:pt x="34690" y="45611"/>
                  </a:cubicBezTo>
                  <a:cubicBezTo>
                    <a:pt x="26181" y="47135"/>
                    <a:pt x="16656" y="48405"/>
                    <a:pt x="6242" y="49421"/>
                  </a:cubicBezTo>
                  <a:cubicBezTo>
                    <a:pt x="3067" y="49675"/>
                    <a:pt x="273" y="47389"/>
                    <a:pt x="19" y="44341"/>
                  </a:cubicBezTo>
                  <a:cubicBezTo>
                    <a:pt x="-235" y="41293"/>
                    <a:pt x="2051" y="38372"/>
                    <a:pt x="5099" y="38118"/>
                  </a:cubicBezTo>
                  <a:cubicBezTo>
                    <a:pt x="15259" y="37102"/>
                    <a:pt x="24530" y="35959"/>
                    <a:pt x="32785" y="34435"/>
                  </a:cubicBezTo>
                  <a:lnTo>
                    <a:pt x="33801" y="40023"/>
                  </a:lnTo>
                  <a:lnTo>
                    <a:pt x="32531" y="34435"/>
                  </a:lnTo>
                  <a:cubicBezTo>
                    <a:pt x="39262" y="32911"/>
                    <a:pt x="45231" y="31260"/>
                    <a:pt x="52597" y="28974"/>
                  </a:cubicBezTo>
                  <a:lnTo>
                    <a:pt x="54248" y="34435"/>
                  </a:lnTo>
                  <a:lnTo>
                    <a:pt x="52343" y="29101"/>
                  </a:lnTo>
                  <a:cubicBezTo>
                    <a:pt x="58947" y="26688"/>
                    <a:pt x="69107" y="22497"/>
                    <a:pt x="75711" y="19195"/>
                  </a:cubicBezTo>
                  <a:lnTo>
                    <a:pt x="78251" y="24275"/>
                  </a:lnTo>
                  <a:lnTo>
                    <a:pt x="75457" y="19322"/>
                  </a:lnTo>
                  <a:cubicBezTo>
                    <a:pt x="79648" y="17036"/>
                    <a:pt x="88665" y="11194"/>
                    <a:pt x="101873" y="1161"/>
                  </a:cubicBezTo>
                  <a:cubicBezTo>
                    <a:pt x="104413" y="-744"/>
                    <a:pt x="107969" y="-236"/>
                    <a:pt x="109874" y="2177"/>
                  </a:cubicBezTo>
                  <a:cubicBezTo>
                    <a:pt x="111779" y="4590"/>
                    <a:pt x="111271" y="8273"/>
                    <a:pt x="108858" y="1017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48031" y="116078"/>
              <a:ext cx="11557" cy="268605"/>
            </a:xfrm>
            <a:custGeom>
              <a:avLst/>
              <a:gdLst/>
              <a:ahLst/>
              <a:cxnLst/>
              <a:rect l="l" t="t" r="r" b="b"/>
              <a:pathLst>
                <a:path w="11557" h="268605">
                  <a:moveTo>
                    <a:pt x="127" y="262890"/>
                  </a:move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lnTo>
                    <a:pt x="11557" y="262890"/>
                  </a:lnTo>
                  <a:cubicBezTo>
                    <a:pt x="11557" y="266065"/>
                    <a:pt x="9017" y="268605"/>
                    <a:pt x="5842" y="268605"/>
                  </a:cubicBezTo>
                  <a:cubicBezTo>
                    <a:pt x="2667" y="268605"/>
                    <a:pt x="127" y="266065"/>
                    <a:pt x="127" y="262890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150705" y="228275"/>
              <a:ext cx="33516" cy="79771"/>
            </a:xfrm>
            <a:custGeom>
              <a:avLst/>
              <a:gdLst/>
              <a:ahLst/>
              <a:cxnLst/>
              <a:rect l="l" t="t" r="r" b="b"/>
              <a:pathLst>
                <a:path w="33516" h="79771">
                  <a:moveTo>
                    <a:pt x="22904" y="76906"/>
                  </a:moveTo>
                  <a:cubicBezTo>
                    <a:pt x="8680" y="53157"/>
                    <a:pt x="3219" y="29662"/>
                    <a:pt x="44" y="6548"/>
                  </a:cubicBezTo>
                  <a:cubicBezTo>
                    <a:pt x="-337" y="3373"/>
                    <a:pt x="1822" y="579"/>
                    <a:pt x="4870" y="71"/>
                  </a:cubicBezTo>
                  <a:cubicBezTo>
                    <a:pt x="7918" y="-437"/>
                    <a:pt x="10839" y="1849"/>
                    <a:pt x="11347" y="4897"/>
                  </a:cubicBezTo>
                  <a:cubicBezTo>
                    <a:pt x="14395" y="27249"/>
                    <a:pt x="19602" y="49093"/>
                    <a:pt x="32683" y="71064"/>
                  </a:cubicBezTo>
                  <a:cubicBezTo>
                    <a:pt x="34334" y="73731"/>
                    <a:pt x="33445" y="77287"/>
                    <a:pt x="30778" y="78938"/>
                  </a:cubicBezTo>
                  <a:cubicBezTo>
                    <a:pt x="28111" y="80589"/>
                    <a:pt x="24555" y="79700"/>
                    <a:pt x="22904" y="77033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346034" y="210398"/>
              <a:ext cx="13037" cy="28404"/>
            </a:xfrm>
            <a:custGeom>
              <a:avLst/>
              <a:gdLst/>
              <a:ahLst/>
              <a:cxnLst/>
              <a:rect l="l" t="t" r="r" b="b"/>
              <a:pathLst>
                <a:path w="13037" h="28404">
                  <a:moveTo>
                    <a:pt x="12995" y="6264"/>
                  </a:moveTo>
                  <a:lnTo>
                    <a:pt x="11344" y="23282"/>
                  </a:lnTo>
                  <a:cubicBezTo>
                    <a:pt x="11090" y="26457"/>
                    <a:pt x="8296" y="28743"/>
                    <a:pt x="5121" y="28362"/>
                  </a:cubicBezTo>
                  <a:cubicBezTo>
                    <a:pt x="1946" y="27981"/>
                    <a:pt x="-340" y="25314"/>
                    <a:pt x="41" y="22139"/>
                  </a:cubicBezTo>
                  <a:lnTo>
                    <a:pt x="1692" y="5121"/>
                  </a:lnTo>
                  <a:cubicBezTo>
                    <a:pt x="1946" y="1946"/>
                    <a:pt x="4740" y="-340"/>
                    <a:pt x="7915" y="41"/>
                  </a:cubicBezTo>
                  <a:cubicBezTo>
                    <a:pt x="11090" y="422"/>
                    <a:pt x="13376" y="3089"/>
                    <a:pt x="12995" y="6264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148331" y="154300"/>
              <a:ext cx="13725" cy="85353"/>
            </a:xfrm>
            <a:custGeom>
              <a:avLst/>
              <a:gdLst/>
              <a:ahLst/>
              <a:cxnLst/>
              <a:rect l="l" t="t" r="r" b="b"/>
              <a:pathLst>
                <a:path w="13725" h="85353">
                  <a:moveTo>
                    <a:pt x="2418" y="79888"/>
                  </a:moveTo>
                  <a:lnTo>
                    <a:pt x="5" y="5847"/>
                  </a:lnTo>
                  <a:cubicBezTo>
                    <a:pt x="-122" y="2672"/>
                    <a:pt x="2418" y="132"/>
                    <a:pt x="5466" y="5"/>
                  </a:cubicBezTo>
                  <a:cubicBezTo>
                    <a:pt x="8514" y="-122"/>
                    <a:pt x="11181" y="2418"/>
                    <a:pt x="11308" y="5466"/>
                  </a:cubicBezTo>
                  <a:lnTo>
                    <a:pt x="13721" y="79507"/>
                  </a:lnTo>
                  <a:cubicBezTo>
                    <a:pt x="13848" y="82682"/>
                    <a:pt x="11308" y="85222"/>
                    <a:pt x="8260" y="85349"/>
                  </a:cubicBezTo>
                  <a:cubicBezTo>
                    <a:pt x="5212" y="85476"/>
                    <a:pt x="2545" y="82936"/>
                    <a:pt x="2418" y="7988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536572" y="5889469"/>
            <a:ext cx="517522" cy="507997"/>
            <a:chOff x="0" y="0"/>
            <a:chExt cx="517525" cy="508000"/>
          </a:xfrm>
        </p:grpSpPr>
        <p:sp>
          <p:nvSpPr>
            <p:cNvPr id="49" name="Freeform 49"/>
            <p:cNvSpPr/>
            <p:nvPr/>
          </p:nvSpPr>
          <p:spPr>
            <a:xfrm>
              <a:off x="63500" y="63500"/>
              <a:ext cx="390652" cy="381127"/>
            </a:xfrm>
            <a:custGeom>
              <a:avLst/>
              <a:gdLst/>
              <a:ahLst/>
              <a:cxnLst/>
              <a:rect l="l" t="t" r="r" b="b"/>
              <a:pathLst>
                <a:path w="390652" h="381127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59537"/>
                  </a:lnTo>
                  <a:cubicBezTo>
                    <a:pt x="390652" y="362331"/>
                    <a:pt x="390144" y="365125"/>
                    <a:pt x="389001" y="367792"/>
                  </a:cubicBezTo>
                  <a:cubicBezTo>
                    <a:pt x="387858" y="370459"/>
                    <a:pt x="386334" y="372745"/>
                    <a:pt x="384302" y="374777"/>
                  </a:cubicBezTo>
                  <a:cubicBezTo>
                    <a:pt x="382270" y="376809"/>
                    <a:pt x="379984" y="378333"/>
                    <a:pt x="377317" y="379476"/>
                  </a:cubicBezTo>
                  <a:cubicBezTo>
                    <a:pt x="374650" y="380619"/>
                    <a:pt x="371983" y="381127"/>
                    <a:pt x="369062" y="381127"/>
                  </a:cubicBezTo>
                  <a:lnTo>
                    <a:pt x="21463" y="381127"/>
                  </a:lnTo>
                  <a:cubicBezTo>
                    <a:pt x="18669" y="381127"/>
                    <a:pt x="15875" y="380619"/>
                    <a:pt x="13208" y="379476"/>
                  </a:cubicBezTo>
                  <a:cubicBezTo>
                    <a:pt x="10541" y="378333"/>
                    <a:pt x="8255" y="376809"/>
                    <a:pt x="6223" y="374777"/>
                  </a:cubicBezTo>
                  <a:cubicBezTo>
                    <a:pt x="4191" y="372745"/>
                    <a:pt x="2667" y="370459"/>
                    <a:pt x="1524" y="367792"/>
                  </a:cubicBezTo>
                  <a:cubicBezTo>
                    <a:pt x="381" y="365125"/>
                    <a:pt x="0" y="362458"/>
                    <a:pt x="0" y="359537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248533" y="332862"/>
              <a:ext cx="91827" cy="51552"/>
            </a:xfrm>
            <a:custGeom>
              <a:avLst/>
              <a:gdLst/>
              <a:ahLst/>
              <a:cxnLst/>
              <a:rect l="l" t="t" r="r" b="b"/>
              <a:pathLst>
                <a:path w="91827" h="51552">
                  <a:moveTo>
                    <a:pt x="91827" y="5466"/>
                  </a:moveTo>
                  <a:cubicBezTo>
                    <a:pt x="91573" y="12578"/>
                    <a:pt x="90938" y="16388"/>
                    <a:pt x="89922" y="20579"/>
                  </a:cubicBezTo>
                  <a:cubicBezTo>
                    <a:pt x="89922" y="20706"/>
                    <a:pt x="89795" y="20833"/>
                    <a:pt x="89795" y="21087"/>
                  </a:cubicBezTo>
                  <a:cubicBezTo>
                    <a:pt x="88652" y="24262"/>
                    <a:pt x="86874" y="28199"/>
                    <a:pt x="84842" y="31628"/>
                  </a:cubicBezTo>
                  <a:cubicBezTo>
                    <a:pt x="84715" y="31755"/>
                    <a:pt x="84588" y="32009"/>
                    <a:pt x="84588" y="32136"/>
                  </a:cubicBezTo>
                  <a:cubicBezTo>
                    <a:pt x="82175" y="35311"/>
                    <a:pt x="79635" y="38359"/>
                    <a:pt x="76587" y="41026"/>
                  </a:cubicBezTo>
                  <a:cubicBezTo>
                    <a:pt x="76460" y="41153"/>
                    <a:pt x="76333" y="41280"/>
                    <a:pt x="76206" y="41407"/>
                  </a:cubicBezTo>
                  <a:cubicBezTo>
                    <a:pt x="73539" y="43439"/>
                    <a:pt x="69856" y="45725"/>
                    <a:pt x="65919" y="47630"/>
                  </a:cubicBezTo>
                  <a:cubicBezTo>
                    <a:pt x="65792" y="47757"/>
                    <a:pt x="65665" y="47757"/>
                    <a:pt x="65411" y="47884"/>
                  </a:cubicBezTo>
                  <a:cubicBezTo>
                    <a:pt x="62109" y="49154"/>
                    <a:pt x="58172" y="50297"/>
                    <a:pt x="54489" y="51059"/>
                  </a:cubicBezTo>
                  <a:cubicBezTo>
                    <a:pt x="54362" y="51059"/>
                    <a:pt x="54108" y="51186"/>
                    <a:pt x="53981" y="51186"/>
                  </a:cubicBezTo>
                  <a:cubicBezTo>
                    <a:pt x="49536" y="51694"/>
                    <a:pt x="43440" y="51694"/>
                    <a:pt x="36963" y="51059"/>
                  </a:cubicBezTo>
                  <a:cubicBezTo>
                    <a:pt x="36709" y="51059"/>
                    <a:pt x="36455" y="51059"/>
                    <a:pt x="36328" y="50932"/>
                  </a:cubicBezTo>
                  <a:cubicBezTo>
                    <a:pt x="32391" y="50043"/>
                    <a:pt x="28581" y="48900"/>
                    <a:pt x="24517" y="47249"/>
                  </a:cubicBezTo>
                  <a:cubicBezTo>
                    <a:pt x="24390" y="47122"/>
                    <a:pt x="24136" y="47122"/>
                    <a:pt x="24009" y="46995"/>
                  </a:cubicBezTo>
                  <a:cubicBezTo>
                    <a:pt x="20580" y="45090"/>
                    <a:pt x="17151" y="42931"/>
                    <a:pt x="14484" y="40899"/>
                  </a:cubicBezTo>
                  <a:cubicBezTo>
                    <a:pt x="14357" y="40772"/>
                    <a:pt x="14230" y="40645"/>
                    <a:pt x="14103" y="40518"/>
                  </a:cubicBezTo>
                  <a:cubicBezTo>
                    <a:pt x="10547" y="37216"/>
                    <a:pt x="7880" y="34168"/>
                    <a:pt x="4705" y="29215"/>
                  </a:cubicBezTo>
                  <a:cubicBezTo>
                    <a:pt x="4578" y="28961"/>
                    <a:pt x="4451" y="28707"/>
                    <a:pt x="4324" y="28453"/>
                  </a:cubicBezTo>
                  <a:lnTo>
                    <a:pt x="514" y="20198"/>
                  </a:lnTo>
                  <a:cubicBezTo>
                    <a:pt x="-756" y="17404"/>
                    <a:pt x="387" y="13975"/>
                    <a:pt x="3308" y="12578"/>
                  </a:cubicBezTo>
                  <a:cubicBezTo>
                    <a:pt x="6229" y="11181"/>
                    <a:pt x="9531" y="12451"/>
                    <a:pt x="10928" y="15372"/>
                  </a:cubicBezTo>
                  <a:lnTo>
                    <a:pt x="14738" y="23627"/>
                  </a:lnTo>
                  <a:lnTo>
                    <a:pt x="9531" y="26040"/>
                  </a:lnTo>
                  <a:lnTo>
                    <a:pt x="14357" y="22865"/>
                  </a:lnTo>
                  <a:cubicBezTo>
                    <a:pt x="17024" y="27056"/>
                    <a:pt x="19183" y="29469"/>
                    <a:pt x="22104" y="32136"/>
                  </a:cubicBezTo>
                  <a:lnTo>
                    <a:pt x="18167" y="36327"/>
                  </a:lnTo>
                  <a:lnTo>
                    <a:pt x="21723" y="31882"/>
                  </a:lnTo>
                  <a:cubicBezTo>
                    <a:pt x="23755" y="33533"/>
                    <a:pt x="26549" y="35311"/>
                    <a:pt x="29470" y="36962"/>
                  </a:cubicBezTo>
                  <a:lnTo>
                    <a:pt x="26803" y="42042"/>
                  </a:lnTo>
                  <a:lnTo>
                    <a:pt x="28962" y="36835"/>
                  </a:lnTo>
                  <a:cubicBezTo>
                    <a:pt x="32391" y="38232"/>
                    <a:pt x="35566" y="39248"/>
                    <a:pt x="38741" y="40010"/>
                  </a:cubicBezTo>
                  <a:lnTo>
                    <a:pt x="37471" y="45598"/>
                  </a:lnTo>
                  <a:lnTo>
                    <a:pt x="37979" y="39883"/>
                  </a:lnTo>
                  <a:cubicBezTo>
                    <a:pt x="43821" y="40391"/>
                    <a:pt x="49155" y="40391"/>
                    <a:pt x="52711" y="40010"/>
                  </a:cubicBezTo>
                  <a:lnTo>
                    <a:pt x="53346" y="45725"/>
                  </a:lnTo>
                  <a:lnTo>
                    <a:pt x="52203" y="40137"/>
                  </a:lnTo>
                  <a:cubicBezTo>
                    <a:pt x="55251" y="39502"/>
                    <a:pt x="58553" y="38486"/>
                    <a:pt x="61220" y="37470"/>
                  </a:cubicBezTo>
                  <a:lnTo>
                    <a:pt x="63252" y="42804"/>
                  </a:lnTo>
                  <a:lnTo>
                    <a:pt x="60712" y="37724"/>
                  </a:lnTo>
                  <a:cubicBezTo>
                    <a:pt x="64141" y="36073"/>
                    <a:pt x="67189" y="34041"/>
                    <a:pt x="69221" y="32517"/>
                  </a:cubicBezTo>
                  <a:lnTo>
                    <a:pt x="72650" y="37089"/>
                  </a:lnTo>
                  <a:lnTo>
                    <a:pt x="68840" y="32898"/>
                  </a:lnTo>
                  <a:cubicBezTo>
                    <a:pt x="71380" y="30612"/>
                    <a:pt x="73412" y="28326"/>
                    <a:pt x="75317" y="25659"/>
                  </a:cubicBezTo>
                  <a:lnTo>
                    <a:pt x="79889" y="28961"/>
                  </a:lnTo>
                  <a:lnTo>
                    <a:pt x="74936" y="26040"/>
                  </a:lnTo>
                  <a:cubicBezTo>
                    <a:pt x="76587" y="23246"/>
                    <a:pt x="78111" y="19944"/>
                    <a:pt x="78873" y="17531"/>
                  </a:cubicBezTo>
                  <a:lnTo>
                    <a:pt x="84207" y="19436"/>
                  </a:lnTo>
                  <a:lnTo>
                    <a:pt x="78746" y="18039"/>
                  </a:lnTo>
                  <a:cubicBezTo>
                    <a:pt x="79635" y="14864"/>
                    <a:pt x="80143" y="11816"/>
                    <a:pt x="80270" y="5466"/>
                  </a:cubicBezTo>
                  <a:cubicBezTo>
                    <a:pt x="80397" y="2291"/>
                    <a:pt x="82937" y="-122"/>
                    <a:pt x="86112" y="5"/>
                  </a:cubicBezTo>
                  <a:cubicBezTo>
                    <a:pt x="89287" y="132"/>
                    <a:pt x="91700" y="2672"/>
                    <a:pt x="91573" y="5847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167621" y="332467"/>
              <a:ext cx="91786" cy="51868"/>
            </a:xfrm>
            <a:custGeom>
              <a:avLst/>
              <a:gdLst/>
              <a:ahLst/>
              <a:cxnLst/>
              <a:rect l="l" t="t" r="r" b="b"/>
              <a:pathLst>
                <a:path w="91786" h="51868">
                  <a:moveTo>
                    <a:pt x="91332" y="21101"/>
                  </a:moveTo>
                  <a:cubicBezTo>
                    <a:pt x="86506" y="30118"/>
                    <a:pt x="83077" y="35198"/>
                    <a:pt x="80664" y="37865"/>
                  </a:cubicBezTo>
                  <a:cubicBezTo>
                    <a:pt x="80537" y="37992"/>
                    <a:pt x="80410" y="38119"/>
                    <a:pt x="80283" y="38246"/>
                  </a:cubicBezTo>
                  <a:cubicBezTo>
                    <a:pt x="76727" y="41675"/>
                    <a:pt x="71647" y="45231"/>
                    <a:pt x="67710" y="47390"/>
                  </a:cubicBezTo>
                  <a:cubicBezTo>
                    <a:pt x="67583" y="47517"/>
                    <a:pt x="67329" y="47517"/>
                    <a:pt x="67202" y="47644"/>
                  </a:cubicBezTo>
                  <a:cubicBezTo>
                    <a:pt x="63519" y="49168"/>
                    <a:pt x="59836" y="50311"/>
                    <a:pt x="56026" y="51200"/>
                  </a:cubicBezTo>
                  <a:cubicBezTo>
                    <a:pt x="55899" y="51200"/>
                    <a:pt x="55772" y="51200"/>
                    <a:pt x="55645" y="51327"/>
                  </a:cubicBezTo>
                  <a:cubicBezTo>
                    <a:pt x="52851" y="51708"/>
                    <a:pt x="49041" y="51962"/>
                    <a:pt x="42183" y="51835"/>
                  </a:cubicBezTo>
                  <a:cubicBezTo>
                    <a:pt x="42056" y="51835"/>
                    <a:pt x="41929" y="51835"/>
                    <a:pt x="41802" y="51835"/>
                  </a:cubicBezTo>
                  <a:cubicBezTo>
                    <a:pt x="37992" y="51581"/>
                    <a:pt x="34182" y="50819"/>
                    <a:pt x="30499" y="49676"/>
                  </a:cubicBezTo>
                  <a:cubicBezTo>
                    <a:pt x="30372" y="49676"/>
                    <a:pt x="30245" y="49549"/>
                    <a:pt x="29991" y="49549"/>
                  </a:cubicBezTo>
                  <a:cubicBezTo>
                    <a:pt x="26181" y="48152"/>
                    <a:pt x="22498" y="46247"/>
                    <a:pt x="18815" y="43961"/>
                  </a:cubicBezTo>
                  <a:cubicBezTo>
                    <a:pt x="18688" y="43834"/>
                    <a:pt x="18561" y="43834"/>
                    <a:pt x="18434" y="43707"/>
                  </a:cubicBezTo>
                  <a:cubicBezTo>
                    <a:pt x="15767" y="41802"/>
                    <a:pt x="13354" y="39643"/>
                    <a:pt x="10306" y="36341"/>
                  </a:cubicBezTo>
                  <a:cubicBezTo>
                    <a:pt x="10179" y="36214"/>
                    <a:pt x="10052" y="36087"/>
                    <a:pt x="9925" y="35960"/>
                  </a:cubicBezTo>
                  <a:cubicBezTo>
                    <a:pt x="7893" y="33293"/>
                    <a:pt x="5607" y="29483"/>
                    <a:pt x="3829" y="25800"/>
                  </a:cubicBezTo>
                  <a:cubicBezTo>
                    <a:pt x="3702" y="25673"/>
                    <a:pt x="3702" y="25546"/>
                    <a:pt x="3702" y="25419"/>
                  </a:cubicBezTo>
                  <a:cubicBezTo>
                    <a:pt x="2432" y="22117"/>
                    <a:pt x="781" y="15259"/>
                    <a:pt x="19" y="6242"/>
                  </a:cubicBezTo>
                  <a:cubicBezTo>
                    <a:pt x="-235" y="3067"/>
                    <a:pt x="2051" y="273"/>
                    <a:pt x="5099" y="19"/>
                  </a:cubicBezTo>
                  <a:cubicBezTo>
                    <a:pt x="8147" y="-235"/>
                    <a:pt x="11068" y="2051"/>
                    <a:pt x="11322" y="5099"/>
                  </a:cubicBezTo>
                  <a:cubicBezTo>
                    <a:pt x="12084" y="13481"/>
                    <a:pt x="13608" y="19196"/>
                    <a:pt x="14370" y="21355"/>
                  </a:cubicBezTo>
                  <a:lnTo>
                    <a:pt x="9036" y="23387"/>
                  </a:lnTo>
                  <a:lnTo>
                    <a:pt x="14116" y="20974"/>
                  </a:lnTo>
                  <a:cubicBezTo>
                    <a:pt x="15513" y="24022"/>
                    <a:pt x="17545" y="27197"/>
                    <a:pt x="19069" y="29102"/>
                  </a:cubicBezTo>
                  <a:lnTo>
                    <a:pt x="14497" y="32531"/>
                  </a:lnTo>
                  <a:lnTo>
                    <a:pt x="18688" y="28594"/>
                  </a:lnTo>
                  <a:cubicBezTo>
                    <a:pt x="21355" y="31515"/>
                    <a:pt x="23260" y="33166"/>
                    <a:pt x="25292" y="34690"/>
                  </a:cubicBezTo>
                  <a:lnTo>
                    <a:pt x="21863" y="39262"/>
                  </a:lnTo>
                  <a:lnTo>
                    <a:pt x="24784" y="34436"/>
                  </a:lnTo>
                  <a:cubicBezTo>
                    <a:pt x="27832" y="36341"/>
                    <a:pt x="31007" y="37865"/>
                    <a:pt x="34055" y="39008"/>
                  </a:cubicBezTo>
                  <a:lnTo>
                    <a:pt x="32023" y="44342"/>
                  </a:lnTo>
                  <a:lnTo>
                    <a:pt x="33547" y="38881"/>
                  </a:lnTo>
                  <a:cubicBezTo>
                    <a:pt x="36595" y="39770"/>
                    <a:pt x="39643" y="40405"/>
                    <a:pt x="42564" y="40532"/>
                  </a:cubicBezTo>
                  <a:lnTo>
                    <a:pt x="42183" y="46247"/>
                  </a:lnTo>
                  <a:lnTo>
                    <a:pt x="42183" y="40532"/>
                  </a:lnTo>
                  <a:cubicBezTo>
                    <a:pt x="49041" y="40532"/>
                    <a:pt x="51962" y="40405"/>
                    <a:pt x="53740" y="40151"/>
                  </a:cubicBezTo>
                  <a:lnTo>
                    <a:pt x="54629" y="45739"/>
                  </a:lnTo>
                  <a:lnTo>
                    <a:pt x="53359" y="40151"/>
                  </a:lnTo>
                  <a:cubicBezTo>
                    <a:pt x="56534" y="39389"/>
                    <a:pt x="59582" y="38500"/>
                    <a:pt x="62757" y="37103"/>
                  </a:cubicBezTo>
                  <a:lnTo>
                    <a:pt x="64916" y="42310"/>
                  </a:lnTo>
                  <a:lnTo>
                    <a:pt x="62249" y="37230"/>
                  </a:lnTo>
                  <a:cubicBezTo>
                    <a:pt x="65170" y="35579"/>
                    <a:pt x="69488" y="32658"/>
                    <a:pt x="72282" y="29864"/>
                  </a:cubicBezTo>
                  <a:lnTo>
                    <a:pt x="76219" y="34055"/>
                  </a:lnTo>
                  <a:lnTo>
                    <a:pt x="72028" y="30245"/>
                  </a:lnTo>
                  <a:cubicBezTo>
                    <a:pt x="73425" y="28594"/>
                    <a:pt x="76346" y="24530"/>
                    <a:pt x="81045" y="15640"/>
                  </a:cubicBezTo>
                  <a:cubicBezTo>
                    <a:pt x="82569" y="12846"/>
                    <a:pt x="85998" y="11830"/>
                    <a:pt x="88792" y="13354"/>
                  </a:cubicBezTo>
                  <a:cubicBezTo>
                    <a:pt x="91586" y="14878"/>
                    <a:pt x="92602" y="18307"/>
                    <a:pt x="91078" y="21101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248886" y="135257"/>
              <a:ext cx="78340" cy="40331"/>
            </a:xfrm>
            <a:custGeom>
              <a:avLst/>
              <a:gdLst/>
              <a:ahLst/>
              <a:cxnLst/>
              <a:rect l="l" t="t" r="r" b="b"/>
              <a:pathLst>
                <a:path w="78340" h="40331">
                  <a:moveTo>
                    <a:pt x="66836" y="35939"/>
                  </a:moveTo>
                  <a:cubicBezTo>
                    <a:pt x="66328" y="32764"/>
                    <a:pt x="65312" y="29716"/>
                    <a:pt x="63788" y="26795"/>
                  </a:cubicBezTo>
                  <a:lnTo>
                    <a:pt x="68741" y="24128"/>
                  </a:lnTo>
                  <a:lnTo>
                    <a:pt x="63788" y="26795"/>
                  </a:lnTo>
                  <a:cubicBezTo>
                    <a:pt x="62264" y="23874"/>
                    <a:pt x="60232" y="21461"/>
                    <a:pt x="57946" y="19175"/>
                  </a:cubicBezTo>
                  <a:lnTo>
                    <a:pt x="61756" y="14984"/>
                  </a:lnTo>
                  <a:lnTo>
                    <a:pt x="57946" y="19175"/>
                  </a:lnTo>
                  <a:cubicBezTo>
                    <a:pt x="55533" y="17016"/>
                    <a:pt x="52866" y="15238"/>
                    <a:pt x="49945" y="13968"/>
                  </a:cubicBezTo>
                  <a:lnTo>
                    <a:pt x="52231" y="8761"/>
                  </a:lnTo>
                  <a:lnTo>
                    <a:pt x="49945" y="13968"/>
                  </a:lnTo>
                  <a:cubicBezTo>
                    <a:pt x="47024" y="12698"/>
                    <a:pt x="43849" y="11936"/>
                    <a:pt x="40674" y="11682"/>
                  </a:cubicBezTo>
                  <a:cubicBezTo>
                    <a:pt x="37372" y="11428"/>
                    <a:pt x="34197" y="11682"/>
                    <a:pt x="31149" y="12571"/>
                  </a:cubicBezTo>
                  <a:lnTo>
                    <a:pt x="29625" y="7110"/>
                  </a:lnTo>
                  <a:lnTo>
                    <a:pt x="31149" y="12571"/>
                  </a:lnTo>
                  <a:cubicBezTo>
                    <a:pt x="27974" y="13460"/>
                    <a:pt x="25053" y="14730"/>
                    <a:pt x="22386" y="16508"/>
                  </a:cubicBezTo>
                  <a:cubicBezTo>
                    <a:pt x="19719" y="18286"/>
                    <a:pt x="17433" y="20572"/>
                    <a:pt x="15401" y="23112"/>
                  </a:cubicBezTo>
                  <a:lnTo>
                    <a:pt x="10829" y="19683"/>
                  </a:lnTo>
                  <a:lnTo>
                    <a:pt x="15401" y="23112"/>
                  </a:lnTo>
                  <a:cubicBezTo>
                    <a:pt x="13496" y="25779"/>
                    <a:pt x="11972" y="28573"/>
                    <a:pt x="11083" y="31621"/>
                  </a:cubicBezTo>
                  <a:cubicBezTo>
                    <a:pt x="10194" y="34669"/>
                    <a:pt x="6892" y="36320"/>
                    <a:pt x="3971" y="35304"/>
                  </a:cubicBezTo>
                  <a:cubicBezTo>
                    <a:pt x="1050" y="34288"/>
                    <a:pt x="-728" y="31113"/>
                    <a:pt x="288" y="28192"/>
                  </a:cubicBezTo>
                  <a:cubicBezTo>
                    <a:pt x="1685" y="23874"/>
                    <a:pt x="3717" y="19937"/>
                    <a:pt x="6384" y="16254"/>
                  </a:cubicBezTo>
                  <a:cubicBezTo>
                    <a:pt x="9051" y="12571"/>
                    <a:pt x="12353" y="9523"/>
                    <a:pt x="16036" y="6983"/>
                  </a:cubicBezTo>
                  <a:lnTo>
                    <a:pt x="19211" y="11682"/>
                  </a:lnTo>
                  <a:lnTo>
                    <a:pt x="16036" y="6983"/>
                  </a:lnTo>
                  <a:cubicBezTo>
                    <a:pt x="19719" y="4443"/>
                    <a:pt x="23783" y="2538"/>
                    <a:pt x="28228" y="1395"/>
                  </a:cubicBezTo>
                  <a:cubicBezTo>
                    <a:pt x="32673" y="252"/>
                    <a:pt x="36991" y="-256"/>
                    <a:pt x="41563" y="125"/>
                  </a:cubicBezTo>
                  <a:lnTo>
                    <a:pt x="41182" y="5840"/>
                  </a:lnTo>
                  <a:lnTo>
                    <a:pt x="41563" y="125"/>
                  </a:lnTo>
                  <a:cubicBezTo>
                    <a:pt x="46135" y="506"/>
                    <a:pt x="50453" y="1522"/>
                    <a:pt x="54517" y="3300"/>
                  </a:cubicBezTo>
                  <a:cubicBezTo>
                    <a:pt x="58708" y="5078"/>
                    <a:pt x="62391" y="7491"/>
                    <a:pt x="65693" y="10539"/>
                  </a:cubicBezTo>
                  <a:cubicBezTo>
                    <a:pt x="68995" y="13587"/>
                    <a:pt x="71789" y="17143"/>
                    <a:pt x="73948" y="21080"/>
                  </a:cubicBezTo>
                  <a:cubicBezTo>
                    <a:pt x="76107" y="25017"/>
                    <a:pt x="77504" y="29335"/>
                    <a:pt x="78266" y="33780"/>
                  </a:cubicBezTo>
                  <a:cubicBezTo>
                    <a:pt x="78774" y="36828"/>
                    <a:pt x="76615" y="39749"/>
                    <a:pt x="73567" y="40257"/>
                  </a:cubicBezTo>
                  <a:cubicBezTo>
                    <a:pt x="70519" y="40765"/>
                    <a:pt x="67598" y="38606"/>
                    <a:pt x="67090" y="3555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315170" y="164662"/>
              <a:ext cx="49548" cy="60724"/>
            </a:xfrm>
            <a:custGeom>
              <a:avLst/>
              <a:gdLst/>
              <a:ahLst/>
              <a:cxnLst/>
              <a:rect l="l" t="t" r="r" b="b"/>
              <a:pathLst>
                <a:path w="49548" h="60724">
                  <a:moveTo>
                    <a:pt x="35223" y="52381"/>
                  </a:moveTo>
                  <a:cubicBezTo>
                    <a:pt x="37636" y="47682"/>
                    <a:pt x="38525" y="42856"/>
                    <a:pt x="38144" y="37522"/>
                  </a:cubicBezTo>
                  <a:lnTo>
                    <a:pt x="43859" y="37141"/>
                  </a:lnTo>
                  <a:lnTo>
                    <a:pt x="38144" y="37522"/>
                  </a:lnTo>
                  <a:cubicBezTo>
                    <a:pt x="37763" y="32315"/>
                    <a:pt x="36112" y="27616"/>
                    <a:pt x="33064" y="23298"/>
                  </a:cubicBezTo>
                  <a:cubicBezTo>
                    <a:pt x="30016" y="18980"/>
                    <a:pt x="26206" y="15805"/>
                    <a:pt x="21380" y="13773"/>
                  </a:cubicBezTo>
                  <a:lnTo>
                    <a:pt x="23666" y="8566"/>
                  </a:lnTo>
                  <a:lnTo>
                    <a:pt x="21380" y="13773"/>
                  </a:lnTo>
                  <a:cubicBezTo>
                    <a:pt x="16554" y="11614"/>
                    <a:pt x="11601" y="10979"/>
                    <a:pt x="6394" y="11614"/>
                  </a:cubicBezTo>
                  <a:cubicBezTo>
                    <a:pt x="3219" y="11995"/>
                    <a:pt x="425" y="9836"/>
                    <a:pt x="44" y="6661"/>
                  </a:cubicBezTo>
                  <a:cubicBezTo>
                    <a:pt x="-337" y="3486"/>
                    <a:pt x="1822" y="692"/>
                    <a:pt x="4997" y="311"/>
                  </a:cubicBezTo>
                  <a:cubicBezTo>
                    <a:pt x="12236" y="-578"/>
                    <a:pt x="19221" y="438"/>
                    <a:pt x="25952" y="3359"/>
                  </a:cubicBezTo>
                  <a:cubicBezTo>
                    <a:pt x="32683" y="6280"/>
                    <a:pt x="38144" y="10852"/>
                    <a:pt x="42335" y="16821"/>
                  </a:cubicBezTo>
                  <a:lnTo>
                    <a:pt x="37636" y="20123"/>
                  </a:lnTo>
                  <a:lnTo>
                    <a:pt x="42335" y="16821"/>
                  </a:lnTo>
                  <a:cubicBezTo>
                    <a:pt x="46526" y="22790"/>
                    <a:pt x="48939" y="29521"/>
                    <a:pt x="49447" y="36760"/>
                  </a:cubicBezTo>
                  <a:cubicBezTo>
                    <a:pt x="49955" y="43999"/>
                    <a:pt x="48558" y="50984"/>
                    <a:pt x="45256" y="57588"/>
                  </a:cubicBezTo>
                  <a:cubicBezTo>
                    <a:pt x="43859" y="60382"/>
                    <a:pt x="40430" y="61525"/>
                    <a:pt x="37636" y="60128"/>
                  </a:cubicBezTo>
                  <a:cubicBezTo>
                    <a:pt x="34842" y="58731"/>
                    <a:pt x="33699" y="55302"/>
                    <a:pt x="35096" y="5250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349807" y="214298"/>
              <a:ext cx="38315" cy="74102"/>
            </a:xfrm>
            <a:custGeom>
              <a:avLst/>
              <a:gdLst/>
              <a:ahLst/>
              <a:cxnLst/>
              <a:rect l="l" t="t" r="r" b="b"/>
              <a:pathLst>
                <a:path w="38315" h="74102">
                  <a:moveTo>
                    <a:pt x="10746" y="63324"/>
                  </a:moveTo>
                  <a:cubicBezTo>
                    <a:pt x="13413" y="62181"/>
                    <a:pt x="15826" y="60530"/>
                    <a:pt x="17985" y="58625"/>
                  </a:cubicBezTo>
                  <a:cubicBezTo>
                    <a:pt x="20144" y="56593"/>
                    <a:pt x="21922" y="54434"/>
                    <a:pt x="23446" y="51894"/>
                  </a:cubicBezTo>
                  <a:cubicBezTo>
                    <a:pt x="24843" y="49354"/>
                    <a:pt x="25859" y="46687"/>
                    <a:pt x="26494" y="43766"/>
                  </a:cubicBezTo>
                  <a:cubicBezTo>
                    <a:pt x="27129" y="40845"/>
                    <a:pt x="27256" y="38051"/>
                    <a:pt x="26875" y="35130"/>
                  </a:cubicBezTo>
                  <a:lnTo>
                    <a:pt x="32590" y="34495"/>
                  </a:lnTo>
                  <a:lnTo>
                    <a:pt x="26875" y="35130"/>
                  </a:lnTo>
                  <a:cubicBezTo>
                    <a:pt x="26494" y="32209"/>
                    <a:pt x="25732" y="29415"/>
                    <a:pt x="24462" y="26748"/>
                  </a:cubicBezTo>
                  <a:cubicBezTo>
                    <a:pt x="23192" y="24081"/>
                    <a:pt x="21668" y="21668"/>
                    <a:pt x="19636" y="19509"/>
                  </a:cubicBezTo>
                  <a:cubicBezTo>
                    <a:pt x="17604" y="17350"/>
                    <a:pt x="15318" y="15572"/>
                    <a:pt x="12778" y="14175"/>
                  </a:cubicBezTo>
                  <a:cubicBezTo>
                    <a:pt x="10238" y="12778"/>
                    <a:pt x="7444" y="11762"/>
                    <a:pt x="4650" y="11254"/>
                  </a:cubicBezTo>
                  <a:cubicBezTo>
                    <a:pt x="1602" y="10619"/>
                    <a:pt x="-430" y="7698"/>
                    <a:pt x="78" y="4650"/>
                  </a:cubicBezTo>
                  <a:cubicBezTo>
                    <a:pt x="586" y="1602"/>
                    <a:pt x="3634" y="-430"/>
                    <a:pt x="6682" y="78"/>
                  </a:cubicBezTo>
                  <a:cubicBezTo>
                    <a:pt x="10746" y="840"/>
                    <a:pt x="14556" y="2237"/>
                    <a:pt x="18239" y="4269"/>
                  </a:cubicBezTo>
                  <a:lnTo>
                    <a:pt x="15445" y="9222"/>
                  </a:lnTo>
                  <a:lnTo>
                    <a:pt x="18239" y="4269"/>
                  </a:lnTo>
                  <a:cubicBezTo>
                    <a:pt x="21922" y="6301"/>
                    <a:pt x="25097" y="8841"/>
                    <a:pt x="27891" y="11762"/>
                  </a:cubicBezTo>
                  <a:lnTo>
                    <a:pt x="23700" y="15699"/>
                  </a:lnTo>
                  <a:lnTo>
                    <a:pt x="27891" y="11762"/>
                  </a:lnTo>
                  <a:cubicBezTo>
                    <a:pt x="30685" y="14810"/>
                    <a:pt x="32971" y="18239"/>
                    <a:pt x="34749" y="21922"/>
                  </a:cubicBezTo>
                  <a:lnTo>
                    <a:pt x="29542" y="24335"/>
                  </a:lnTo>
                  <a:lnTo>
                    <a:pt x="34749" y="21922"/>
                  </a:lnTo>
                  <a:cubicBezTo>
                    <a:pt x="36527" y="25732"/>
                    <a:pt x="37543" y="29669"/>
                    <a:pt x="38051" y="33733"/>
                  </a:cubicBezTo>
                  <a:cubicBezTo>
                    <a:pt x="38559" y="37797"/>
                    <a:pt x="38305" y="41988"/>
                    <a:pt x="37543" y="45925"/>
                  </a:cubicBezTo>
                  <a:lnTo>
                    <a:pt x="31955" y="44782"/>
                  </a:lnTo>
                  <a:lnTo>
                    <a:pt x="37543" y="45925"/>
                  </a:lnTo>
                  <a:cubicBezTo>
                    <a:pt x="36781" y="49989"/>
                    <a:pt x="35257" y="53799"/>
                    <a:pt x="33225" y="57355"/>
                  </a:cubicBezTo>
                  <a:lnTo>
                    <a:pt x="28272" y="54561"/>
                  </a:lnTo>
                  <a:lnTo>
                    <a:pt x="33225" y="57355"/>
                  </a:lnTo>
                  <a:cubicBezTo>
                    <a:pt x="31193" y="60911"/>
                    <a:pt x="28653" y="64086"/>
                    <a:pt x="25605" y="66880"/>
                  </a:cubicBezTo>
                  <a:lnTo>
                    <a:pt x="21795" y="62689"/>
                  </a:lnTo>
                  <a:lnTo>
                    <a:pt x="25605" y="66880"/>
                  </a:lnTo>
                  <a:cubicBezTo>
                    <a:pt x="22557" y="69674"/>
                    <a:pt x="19128" y="71960"/>
                    <a:pt x="15318" y="73611"/>
                  </a:cubicBezTo>
                  <a:cubicBezTo>
                    <a:pt x="12397" y="74881"/>
                    <a:pt x="9095" y="73611"/>
                    <a:pt x="7825" y="70690"/>
                  </a:cubicBezTo>
                  <a:cubicBezTo>
                    <a:pt x="6555" y="67769"/>
                    <a:pt x="7825" y="64467"/>
                    <a:pt x="10746" y="63197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328889" y="277641"/>
              <a:ext cx="47989" cy="66338"/>
            </a:xfrm>
            <a:custGeom>
              <a:avLst/>
              <a:gdLst/>
              <a:ahLst/>
              <a:cxnLst/>
              <a:rect l="l" t="t" r="r" b="b"/>
              <a:pathLst>
                <a:path w="47989" h="66338">
                  <a:moveTo>
                    <a:pt x="38395" y="1759"/>
                  </a:moveTo>
                  <a:cubicBezTo>
                    <a:pt x="43602" y="7728"/>
                    <a:pt x="46777" y="14713"/>
                    <a:pt x="47666" y="22714"/>
                  </a:cubicBezTo>
                  <a:lnTo>
                    <a:pt x="42078" y="23349"/>
                  </a:lnTo>
                  <a:lnTo>
                    <a:pt x="47666" y="22714"/>
                  </a:lnTo>
                  <a:cubicBezTo>
                    <a:pt x="48682" y="30588"/>
                    <a:pt x="47285" y="38208"/>
                    <a:pt x="43602" y="45193"/>
                  </a:cubicBezTo>
                  <a:lnTo>
                    <a:pt x="38522" y="42653"/>
                  </a:lnTo>
                  <a:lnTo>
                    <a:pt x="43602" y="45193"/>
                  </a:lnTo>
                  <a:cubicBezTo>
                    <a:pt x="39919" y="52305"/>
                    <a:pt x="34585" y="57766"/>
                    <a:pt x="27600" y="61576"/>
                  </a:cubicBezTo>
                  <a:lnTo>
                    <a:pt x="24933" y="56623"/>
                  </a:lnTo>
                  <a:lnTo>
                    <a:pt x="27600" y="61576"/>
                  </a:lnTo>
                  <a:cubicBezTo>
                    <a:pt x="20615" y="65386"/>
                    <a:pt x="13122" y="66910"/>
                    <a:pt x="5121" y="66148"/>
                  </a:cubicBezTo>
                  <a:cubicBezTo>
                    <a:pt x="1946" y="65894"/>
                    <a:pt x="-340" y="63100"/>
                    <a:pt x="41" y="59925"/>
                  </a:cubicBezTo>
                  <a:cubicBezTo>
                    <a:pt x="422" y="56750"/>
                    <a:pt x="3089" y="54464"/>
                    <a:pt x="6264" y="54845"/>
                  </a:cubicBezTo>
                  <a:cubicBezTo>
                    <a:pt x="11852" y="55353"/>
                    <a:pt x="17186" y="54337"/>
                    <a:pt x="22139" y="51670"/>
                  </a:cubicBezTo>
                  <a:cubicBezTo>
                    <a:pt x="27092" y="49003"/>
                    <a:pt x="30902" y="45066"/>
                    <a:pt x="33442" y="40113"/>
                  </a:cubicBezTo>
                  <a:cubicBezTo>
                    <a:pt x="35982" y="35033"/>
                    <a:pt x="36998" y="29826"/>
                    <a:pt x="36236" y="24111"/>
                  </a:cubicBezTo>
                  <a:cubicBezTo>
                    <a:pt x="35601" y="18523"/>
                    <a:pt x="33315" y="13570"/>
                    <a:pt x="29632" y="9379"/>
                  </a:cubicBezTo>
                  <a:cubicBezTo>
                    <a:pt x="27600" y="6966"/>
                    <a:pt x="27854" y="3410"/>
                    <a:pt x="30140" y="1378"/>
                  </a:cubicBezTo>
                  <a:cubicBezTo>
                    <a:pt x="32426" y="-654"/>
                    <a:pt x="36109" y="-400"/>
                    <a:pt x="38141" y="1886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248158" y="159512"/>
              <a:ext cx="11557" cy="196215"/>
            </a:xfrm>
            <a:custGeom>
              <a:avLst/>
              <a:gdLst/>
              <a:ahLst/>
              <a:cxnLst/>
              <a:rect l="l" t="t" r="r" b="b"/>
              <a:pathLst>
                <a:path w="11557" h="196215">
                  <a:moveTo>
                    <a:pt x="11557" y="5715"/>
                  </a:moveTo>
                  <a:lnTo>
                    <a:pt x="11430" y="190500"/>
                  </a:lnTo>
                  <a:cubicBezTo>
                    <a:pt x="11430" y="193675"/>
                    <a:pt x="8890" y="196215"/>
                    <a:pt x="5715" y="196215"/>
                  </a:cubicBezTo>
                  <a:cubicBezTo>
                    <a:pt x="2540" y="196215"/>
                    <a:pt x="0" y="193675"/>
                    <a:pt x="0" y="190500"/>
                  </a:cubicBezTo>
                  <a:lnTo>
                    <a:pt x="127" y="5715"/>
                  </a:lnTo>
                  <a:cubicBezTo>
                    <a:pt x="127" y="2540"/>
                    <a:pt x="2667" y="0"/>
                    <a:pt x="5842" y="0"/>
                  </a:cubicBezTo>
                  <a:cubicBezTo>
                    <a:pt x="9017" y="0"/>
                    <a:pt x="11557" y="2540"/>
                    <a:pt x="11557" y="5715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180389" y="135638"/>
              <a:ext cx="79117" cy="40466"/>
            </a:xfrm>
            <a:custGeom>
              <a:avLst/>
              <a:gdLst/>
              <a:ahLst/>
              <a:cxnLst/>
              <a:rect l="l" t="t" r="r" b="b"/>
              <a:pathLst>
                <a:path w="79117" h="40466">
                  <a:moveTo>
                    <a:pt x="67896" y="31494"/>
                  </a:moveTo>
                  <a:cubicBezTo>
                    <a:pt x="66880" y="28319"/>
                    <a:pt x="65356" y="25525"/>
                    <a:pt x="63451" y="22858"/>
                  </a:cubicBezTo>
                  <a:lnTo>
                    <a:pt x="68023" y="19429"/>
                  </a:lnTo>
                  <a:lnTo>
                    <a:pt x="63451" y="22858"/>
                  </a:lnTo>
                  <a:cubicBezTo>
                    <a:pt x="61419" y="20191"/>
                    <a:pt x="59133" y="18032"/>
                    <a:pt x="56466" y="16254"/>
                  </a:cubicBezTo>
                  <a:lnTo>
                    <a:pt x="59641" y="11555"/>
                  </a:lnTo>
                  <a:lnTo>
                    <a:pt x="56466" y="16254"/>
                  </a:lnTo>
                  <a:cubicBezTo>
                    <a:pt x="53799" y="14476"/>
                    <a:pt x="50878" y="13079"/>
                    <a:pt x="47703" y="12317"/>
                  </a:cubicBezTo>
                  <a:lnTo>
                    <a:pt x="49227" y="6856"/>
                  </a:lnTo>
                  <a:lnTo>
                    <a:pt x="47703" y="12317"/>
                  </a:lnTo>
                  <a:cubicBezTo>
                    <a:pt x="44528" y="11428"/>
                    <a:pt x="41353" y="11174"/>
                    <a:pt x="38051" y="11428"/>
                  </a:cubicBezTo>
                  <a:cubicBezTo>
                    <a:pt x="34749" y="11682"/>
                    <a:pt x="31701" y="12444"/>
                    <a:pt x="28653" y="13714"/>
                  </a:cubicBezTo>
                  <a:lnTo>
                    <a:pt x="26367" y="8507"/>
                  </a:lnTo>
                  <a:lnTo>
                    <a:pt x="28653" y="13714"/>
                  </a:lnTo>
                  <a:cubicBezTo>
                    <a:pt x="25605" y="14984"/>
                    <a:pt x="22938" y="16762"/>
                    <a:pt x="20525" y="18921"/>
                  </a:cubicBezTo>
                  <a:lnTo>
                    <a:pt x="16715" y="14730"/>
                  </a:lnTo>
                  <a:lnTo>
                    <a:pt x="20525" y="18921"/>
                  </a:lnTo>
                  <a:cubicBezTo>
                    <a:pt x="18112" y="21080"/>
                    <a:pt x="16080" y="23620"/>
                    <a:pt x="14556" y="26541"/>
                  </a:cubicBezTo>
                  <a:lnTo>
                    <a:pt x="9603" y="23747"/>
                  </a:lnTo>
                  <a:lnTo>
                    <a:pt x="14556" y="26541"/>
                  </a:lnTo>
                  <a:cubicBezTo>
                    <a:pt x="13032" y="29462"/>
                    <a:pt x="11889" y="32383"/>
                    <a:pt x="11381" y="35685"/>
                  </a:cubicBezTo>
                  <a:cubicBezTo>
                    <a:pt x="10873" y="38987"/>
                    <a:pt x="7952" y="40892"/>
                    <a:pt x="4777" y="40384"/>
                  </a:cubicBezTo>
                  <a:cubicBezTo>
                    <a:pt x="1602" y="39876"/>
                    <a:pt x="-430" y="36955"/>
                    <a:pt x="78" y="33780"/>
                  </a:cubicBezTo>
                  <a:cubicBezTo>
                    <a:pt x="840" y="29335"/>
                    <a:pt x="2364" y="25017"/>
                    <a:pt x="4523" y="21080"/>
                  </a:cubicBezTo>
                  <a:cubicBezTo>
                    <a:pt x="6682" y="17143"/>
                    <a:pt x="9476" y="13587"/>
                    <a:pt x="12905" y="10539"/>
                  </a:cubicBezTo>
                  <a:cubicBezTo>
                    <a:pt x="16207" y="7491"/>
                    <a:pt x="20017" y="5078"/>
                    <a:pt x="24208" y="3300"/>
                  </a:cubicBezTo>
                  <a:cubicBezTo>
                    <a:pt x="28399" y="1522"/>
                    <a:pt x="32717" y="506"/>
                    <a:pt x="37289" y="125"/>
                  </a:cubicBezTo>
                  <a:lnTo>
                    <a:pt x="37670" y="5840"/>
                  </a:lnTo>
                  <a:lnTo>
                    <a:pt x="37289" y="125"/>
                  </a:lnTo>
                  <a:cubicBezTo>
                    <a:pt x="41861" y="-256"/>
                    <a:pt x="46306" y="252"/>
                    <a:pt x="50624" y="1395"/>
                  </a:cubicBezTo>
                  <a:cubicBezTo>
                    <a:pt x="55069" y="2538"/>
                    <a:pt x="59133" y="4443"/>
                    <a:pt x="62816" y="6983"/>
                  </a:cubicBezTo>
                  <a:cubicBezTo>
                    <a:pt x="66626" y="9523"/>
                    <a:pt x="69801" y="12571"/>
                    <a:pt x="72595" y="16254"/>
                  </a:cubicBezTo>
                  <a:cubicBezTo>
                    <a:pt x="75389" y="19810"/>
                    <a:pt x="77421" y="23874"/>
                    <a:pt x="78818" y="28192"/>
                  </a:cubicBezTo>
                  <a:cubicBezTo>
                    <a:pt x="79834" y="31240"/>
                    <a:pt x="78183" y="34415"/>
                    <a:pt x="75135" y="35431"/>
                  </a:cubicBezTo>
                  <a:cubicBezTo>
                    <a:pt x="72087" y="36447"/>
                    <a:pt x="68912" y="34796"/>
                    <a:pt x="67896" y="31748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131503" y="277399"/>
              <a:ext cx="47460" cy="66529"/>
            </a:xfrm>
            <a:custGeom>
              <a:avLst/>
              <a:gdLst/>
              <a:ahLst/>
              <a:cxnLst/>
              <a:rect l="l" t="t" r="r" b="b"/>
              <a:pathLst>
                <a:path w="47460" h="66529">
                  <a:moveTo>
                    <a:pt x="42233" y="66390"/>
                  </a:moveTo>
                  <a:cubicBezTo>
                    <a:pt x="34359" y="67025"/>
                    <a:pt x="26866" y="65501"/>
                    <a:pt x="20008" y="61564"/>
                  </a:cubicBezTo>
                  <a:cubicBezTo>
                    <a:pt x="13150" y="57754"/>
                    <a:pt x="7816" y="52293"/>
                    <a:pt x="4260" y="45181"/>
                  </a:cubicBezTo>
                  <a:cubicBezTo>
                    <a:pt x="704" y="38196"/>
                    <a:pt x="-693" y="30703"/>
                    <a:pt x="323" y="22829"/>
                  </a:cubicBezTo>
                  <a:lnTo>
                    <a:pt x="6038" y="23464"/>
                  </a:lnTo>
                  <a:lnTo>
                    <a:pt x="323" y="22829"/>
                  </a:lnTo>
                  <a:cubicBezTo>
                    <a:pt x="1212" y="14955"/>
                    <a:pt x="4387" y="7970"/>
                    <a:pt x="9467" y="2001"/>
                  </a:cubicBezTo>
                  <a:cubicBezTo>
                    <a:pt x="11499" y="-412"/>
                    <a:pt x="15055" y="-666"/>
                    <a:pt x="17468" y="1366"/>
                  </a:cubicBezTo>
                  <a:cubicBezTo>
                    <a:pt x="19881" y="3398"/>
                    <a:pt x="20135" y="6954"/>
                    <a:pt x="18103" y="9367"/>
                  </a:cubicBezTo>
                  <a:cubicBezTo>
                    <a:pt x="14420" y="13685"/>
                    <a:pt x="12261" y="18511"/>
                    <a:pt x="11626" y="24099"/>
                  </a:cubicBezTo>
                  <a:cubicBezTo>
                    <a:pt x="10991" y="29687"/>
                    <a:pt x="11880" y="34894"/>
                    <a:pt x="14420" y="39974"/>
                  </a:cubicBezTo>
                  <a:lnTo>
                    <a:pt x="9340" y="42514"/>
                  </a:lnTo>
                  <a:lnTo>
                    <a:pt x="14420" y="39974"/>
                  </a:lnTo>
                  <a:cubicBezTo>
                    <a:pt x="16960" y="44927"/>
                    <a:pt x="20643" y="48864"/>
                    <a:pt x="25596" y="51531"/>
                  </a:cubicBezTo>
                  <a:lnTo>
                    <a:pt x="22802" y="56484"/>
                  </a:lnTo>
                  <a:lnTo>
                    <a:pt x="25596" y="51531"/>
                  </a:lnTo>
                  <a:cubicBezTo>
                    <a:pt x="30549" y="54325"/>
                    <a:pt x="35756" y="55341"/>
                    <a:pt x="41344" y="54960"/>
                  </a:cubicBezTo>
                  <a:cubicBezTo>
                    <a:pt x="44519" y="54706"/>
                    <a:pt x="47186" y="56992"/>
                    <a:pt x="47440" y="60167"/>
                  </a:cubicBezTo>
                  <a:cubicBezTo>
                    <a:pt x="47694" y="63342"/>
                    <a:pt x="45408" y="66009"/>
                    <a:pt x="42233" y="66263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119718" y="214552"/>
              <a:ext cx="38475" cy="73975"/>
            </a:xfrm>
            <a:custGeom>
              <a:avLst/>
              <a:gdLst/>
              <a:ahLst/>
              <a:cxnLst/>
              <a:rect l="l" t="t" r="r" b="b"/>
              <a:pathLst>
                <a:path w="38475" h="73975">
                  <a:moveTo>
                    <a:pt x="33825" y="11000"/>
                  </a:moveTo>
                  <a:cubicBezTo>
                    <a:pt x="30904" y="11508"/>
                    <a:pt x="28237" y="12524"/>
                    <a:pt x="25697" y="13921"/>
                  </a:cubicBezTo>
                  <a:lnTo>
                    <a:pt x="23030" y="8968"/>
                  </a:lnTo>
                  <a:lnTo>
                    <a:pt x="25697" y="13921"/>
                  </a:lnTo>
                  <a:cubicBezTo>
                    <a:pt x="23157" y="15318"/>
                    <a:pt x="20871" y="17096"/>
                    <a:pt x="18839" y="19255"/>
                  </a:cubicBezTo>
                  <a:cubicBezTo>
                    <a:pt x="16807" y="21414"/>
                    <a:pt x="15156" y="23827"/>
                    <a:pt x="14013" y="26494"/>
                  </a:cubicBezTo>
                  <a:cubicBezTo>
                    <a:pt x="12743" y="29161"/>
                    <a:pt x="11981" y="31955"/>
                    <a:pt x="11600" y="34876"/>
                  </a:cubicBezTo>
                  <a:lnTo>
                    <a:pt x="5885" y="34241"/>
                  </a:lnTo>
                  <a:lnTo>
                    <a:pt x="11600" y="34876"/>
                  </a:lnTo>
                  <a:cubicBezTo>
                    <a:pt x="11219" y="37797"/>
                    <a:pt x="11346" y="40718"/>
                    <a:pt x="11981" y="43512"/>
                  </a:cubicBezTo>
                  <a:cubicBezTo>
                    <a:pt x="12616" y="46433"/>
                    <a:pt x="13632" y="49100"/>
                    <a:pt x="15029" y="51640"/>
                  </a:cubicBezTo>
                  <a:lnTo>
                    <a:pt x="10076" y="54434"/>
                  </a:lnTo>
                  <a:lnTo>
                    <a:pt x="15029" y="51640"/>
                  </a:lnTo>
                  <a:cubicBezTo>
                    <a:pt x="16553" y="54180"/>
                    <a:pt x="18331" y="56466"/>
                    <a:pt x="20490" y="58371"/>
                  </a:cubicBezTo>
                  <a:cubicBezTo>
                    <a:pt x="22649" y="60276"/>
                    <a:pt x="25062" y="61927"/>
                    <a:pt x="27729" y="63070"/>
                  </a:cubicBezTo>
                  <a:cubicBezTo>
                    <a:pt x="30650" y="64340"/>
                    <a:pt x="31920" y="67642"/>
                    <a:pt x="30650" y="70563"/>
                  </a:cubicBezTo>
                  <a:cubicBezTo>
                    <a:pt x="29380" y="73484"/>
                    <a:pt x="26078" y="74754"/>
                    <a:pt x="23157" y="73484"/>
                  </a:cubicBezTo>
                  <a:cubicBezTo>
                    <a:pt x="19347" y="71833"/>
                    <a:pt x="15918" y="69547"/>
                    <a:pt x="12870" y="66880"/>
                  </a:cubicBezTo>
                  <a:lnTo>
                    <a:pt x="16680" y="62689"/>
                  </a:lnTo>
                  <a:lnTo>
                    <a:pt x="12870" y="66880"/>
                  </a:lnTo>
                  <a:cubicBezTo>
                    <a:pt x="9822" y="64086"/>
                    <a:pt x="7155" y="60911"/>
                    <a:pt x="5123" y="57355"/>
                  </a:cubicBezTo>
                  <a:cubicBezTo>
                    <a:pt x="3091" y="53799"/>
                    <a:pt x="1567" y="49862"/>
                    <a:pt x="805" y="45925"/>
                  </a:cubicBezTo>
                  <a:lnTo>
                    <a:pt x="6393" y="44782"/>
                  </a:lnTo>
                  <a:lnTo>
                    <a:pt x="805" y="45925"/>
                  </a:lnTo>
                  <a:cubicBezTo>
                    <a:pt x="-84" y="41861"/>
                    <a:pt x="-211" y="37797"/>
                    <a:pt x="297" y="33606"/>
                  </a:cubicBezTo>
                  <a:cubicBezTo>
                    <a:pt x="805" y="29542"/>
                    <a:pt x="1948" y="25478"/>
                    <a:pt x="3599" y="21795"/>
                  </a:cubicBezTo>
                  <a:lnTo>
                    <a:pt x="8806" y="24208"/>
                  </a:lnTo>
                  <a:lnTo>
                    <a:pt x="3599" y="21795"/>
                  </a:lnTo>
                  <a:cubicBezTo>
                    <a:pt x="5377" y="17985"/>
                    <a:pt x="7663" y="14683"/>
                    <a:pt x="10457" y="11635"/>
                  </a:cubicBezTo>
                  <a:lnTo>
                    <a:pt x="14648" y="15572"/>
                  </a:lnTo>
                  <a:lnTo>
                    <a:pt x="10457" y="11635"/>
                  </a:lnTo>
                  <a:cubicBezTo>
                    <a:pt x="13251" y="8587"/>
                    <a:pt x="16553" y="6047"/>
                    <a:pt x="20236" y="4142"/>
                  </a:cubicBezTo>
                  <a:cubicBezTo>
                    <a:pt x="23919" y="2110"/>
                    <a:pt x="27729" y="840"/>
                    <a:pt x="31793" y="78"/>
                  </a:cubicBezTo>
                  <a:cubicBezTo>
                    <a:pt x="34841" y="-430"/>
                    <a:pt x="37889" y="1602"/>
                    <a:pt x="38397" y="4650"/>
                  </a:cubicBezTo>
                  <a:cubicBezTo>
                    <a:pt x="38905" y="7698"/>
                    <a:pt x="36873" y="10746"/>
                    <a:pt x="33825" y="11254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143281" y="164871"/>
              <a:ext cx="48784" cy="60515"/>
            </a:xfrm>
            <a:custGeom>
              <a:avLst/>
              <a:gdLst/>
              <a:ahLst/>
              <a:cxnLst/>
              <a:rect l="l" t="t" r="r" b="b"/>
              <a:pathLst>
                <a:path w="48784" h="60515">
                  <a:moveTo>
                    <a:pt x="42520" y="11405"/>
                  </a:moveTo>
                  <a:cubicBezTo>
                    <a:pt x="37313" y="10897"/>
                    <a:pt x="32487" y="11659"/>
                    <a:pt x="27788" y="13945"/>
                  </a:cubicBezTo>
                  <a:lnTo>
                    <a:pt x="25375" y="8738"/>
                  </a:lnTo>
                  <a:lnTo>
                    <a:pt x="27788" y="13945"/>
                  </a:lnTo>
                  <a:cubicBezTo>
                    <a:pt x="23089" y="16104"/>
                    <a:pt x="19279" y="19279"/>
                    <a:pt x="16358" y="23597"/>
                  </a:cubicBezTo>
                  <a:lnTo>
                    <a:pt x="11659" y="20422"/>
                  </a:lnTo>
                  <a:lnTo>
                    <a:pt x="16358" y="23597"/>
                  </a:lnTo>
                  <a:cubicBezTo>
                    <a:pt x="13437" y="27915"/>
                    <a:pt x="11786" y="32487"/>
                    <a:pt x="11405" y="37694"/>
                  </a:cubicBezTo>
                  <a:cubicBezTo>
                    <a:pt x="11024" y="42901"/>
                    <a:pt x="12040" y="47727"/>
                    <a:pt x="14326" y="52299"/>
                  </a:cubicBezTo>
                  <a:cubicBezTo>
                    <a:pt x="15723" y="55093"/>
                    <a:pt x="14580" y="58522"/>
                    <a:pt x="11786" y="59919"/>
                  </a:cubicBezTo>
                  <a:cubicBezTo>
                    <a:pt x="8992" y="61316"/>
                    <a:pt x="5563" y="60173"/>
                    <a:pt x="4166" y="57379"/>
                  </a:cubicBezTo>
                  <a:cubicBezTo>
                    <a:pt x="991" y="50902"/>
                    <a:pt x="-406" y="44044"/>
                    <a:pt x="102" y="36805"/>
                  </a:cubicBezTo>
                  <a:lnTo>
                    <a:pt x="5817" y="37186"/>
                  </a:lnTo>
                  <a:lnTo>
                    <a:pt x="102" y="36805"/>
                  </a:lnTo>
                  <a:cubicBezTo>
                    <a:pt x="610" y="29566"/>
                    <a:pt x="2896" y="22962"/>
                    <a:pt x="7087" y="17120"/>
                  </a:cubicBezTo>
                  <a:cubicBezTo>
                    <a:pt x="11151" y="11151"/>
                    <a:pt x="16612" y="6706"/>
                    <a:pt x="23089" y="3658"/>
                  </a:cubicBezTo>
                  <a:cubicBezTo>
                    <a:pt x="29693" y="610"/>
                    <a:pt x="36551" y="-533"/>
                    <a:pt x="43663" y="229"/>
                  </a:cubicBezTo>
                  <a:cubicBezTo>
                    <a:pt x="46838" y="483"/>
                    <a:pt x="49124" y="3277"/>
                    <a:pt x="48743" y="6452"/>
                  </a:cubicBezTo>
                  <a:cubicBezTo>
                    <a:pt x="48362" y="9627"/>
                    <a:pt x="45695" y="11913"/>
                    <a:pt x="42520" y="11532"/>
                  </a:cubicBezTo>
                  <a:close/>
                </a:path>
              </a:pathLst>
            </a:custGeom>
            <a:solidFill>
              <a:srgbClr val="4A4A45"/>
            </a:solidFill>
          </p:spPr>
        </p:sp>
      </p:grpSp>
      <p:sp>
        <p:nvSpPr>
          <p:cNvPr id="61" name="TextBox 61"/>
          <p:cNvSpPr txBox="1"/>
          <p:nvPr/>
        </p:nvSpPr>
        <p:spPr>
          <a:xfrm>
            <a:off x="600075" y="1648835"/>
            <a:ext cx="5139261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Conclusion &amp; Key Findings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57288" y="3377879"/>
            <a:ext cx="8079924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Ridge's Stability: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Ridge regression provides stable predictions, retaining all features and reducing variance.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57288" y="2653979"/>
            <a:ext cx="8810054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Effective Prediction: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Both Ridge and Lasso regression effectively predict AQI from environmental and weather data.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57288" y="6006779"/>
            <a:ext cx="8689277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Future Enhancements: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Integrating ensemble methods could further boost prediction performance and robustness.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00075" y="6502422"/>
            <a:ext cx="9756238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contributes valuable insights into air quality prediction, providing a foundation for data-driven strategies to enhance environmental monitoring and safeguard public health.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7288" y="4082729"/>
            <a:ext cx="9342415" cy="53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Lasso's Interpretability: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Lasso regression enhances interpretability through automatic feature selection by zeroing out less relevant coefficients.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57288" y="5025704"/>
            <a:ext cx="9515323" cy="53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Contextual Model Choice: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optimal model depends on prioritizing either predictive stability or feature interpretability for specific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968</Words>
  <Application>Microsoft Office PowerPoint</Application>
  <PresentationFormat>Custom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Open Sans 1</vt:lpstr>
      <vt:lpstr>Calibri</vt:lpstr>
      <vt:lpstr>Open Sans 2 Bold</vt:lpstr>
      <vt:lpstr>Open Sans 2</vt:lpstr>
      <vt:lpstr>Arial</vt:lpstr>
      <vt:lpstr>Lato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Air-Quality-Index-Prediction-Using-Ridge-and-Lasso-Regression (1).pdf</dc:title>
  <cp:lastModifiedBy>keerthisrimandapati01@gmail.com</cp:lastModifiedBy>
  <cp:revision>1</cp:revision>
  <dcterms:created xsi:type="dcterms:W3CDTF">2006-08-16T00:00:00Z</dcterms:created>
  <dcterms:modified xsi:type="dcterms:W3CDTF">2026-08-28T07:04:36Z</dcterms:modified>
  <dc:identifier>DAHTjhiBWiI</dc:identifier>
</cp:coreProperties>
</file>